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9" r:id="rId1"/>
  </p:sldMasterIdLst>
  <p:notesMasterIdLst>
    <p:notesMasterId r:id="rId14"/>
  </p:notesMasterIdLst>
  <p:sldIdLst>
    <p:sldId id="341" r:id="rId2"/>
    <p:sldId id="260" r:id="rId3"/>
    <p:sldId id="411" r:id="rId4"/>
    <p:sldId id="377" r:id="rId5"/>
    <p:sldId id="381" r:id="rId6"/>
    <p:sldId id="412" r:id="rId7"/>
    <p:sldId id="413" r:id="rId8"/>
    <p:sldId id="414" r:id="rId9"/>
    <p:sldId id="415" r:id="rId10"/>
    <p:sldId id="416" r:id="rId11"/>
    <p:sldId id="410" r:id="rId12"/>
    <p:sldId id="38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203FF"/>
    <a:srgbClr val="FF00FF"/>
    <a:srgbClr val="2084C6"/>
    <a:srgbClr val="E48257"/>
    <a:srgbClr val="4261F2"/>
    <a:srgbClr val="8D533E"/>
    <a:srgbClr val="F72485"/>
    <a:srgbClr val="F2C5B2"/>
    <a:srgbClr val="F9E5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16"/>
    <p:restoredTop sz="83787" autoAdjust="0"/>
  </p:normalViewPr>
  <p:slideViewPr>
    <p:cSldViewPr snapToGrid="0" snapToObjects="1">
      <p:cViewPr varScale="1">
        <p:scale>
          <a:sx n="82" d="100"/>
          <a:sy n="82" d="100"/>
        </p:scale>
        <p:origin x="1980" y="114"/>
      </p:cViewPr>
      <p:guideLst/>
    </p:cSldViewPr>
  </p:slideViewPr>
  <p:outlineViewPr>
    <p:cViewPr>
      <p:scale>
        <a:sx n="33" d="100"/>
        <a:sy n="33" d="100"/>
      </p:scale>
      <p:origin x="0" y="-3392"/>
    </p:cViewPr>
  </p:outlineViewPr>
  <p:notesTextViewPr>
    <p:cViewPr>
      <p:scale>
        <a:sx n="85" d="100"/>
        <a:sy n="8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ng, Ruixuan" userId="218e1d3e-8893-41f1-b7a4-0c24a7169235" providerId="ADAL" clId="{D99DEA09-0AB9-45C6-9A22-A8554D4092C1}"/>
    <pc:docChg chg="undo custSel addSld delSld modSld sldOrd">
      <pc:chgData name="Tang, Ruixuan" userId="218e1d3e-8893-41f1-b7a4-0c24a7169235" providerId="ADAL" clId="{D99DEA09-0AB9-45C6-9A22-A8554D4092C1}" dt="2026-04-17T21:33:26.246" v="4679" actId="20577"/>
      <pc:docMkLst>
        <pc:docMk/>
      </pc:docMkLst>
      <pc:sldChg chg="addSp delSp modSp mod ord">
        <pc:chgData name="Tang, Ruixuan" userId="218e1d3e-8893-41f1-b7a4-0c24a7169235" providerId="ADAL" clId="{D99DEA09-0AB9-45C6-9A22-A8554D4092C1}" dt="2026-04-17T19:14:43.143" v="44" actId="1076"/>
        <pc:sldMkLst>
          <pc:docMk/>
          <pc:sldMk cId="63802228" sldId="260"/>
        </pc:sldMkLst>
        <pc:spChg chg="del">
          <ac:chgData name="Tang, Ruixuan" userId="218e1d3e-8893-41f1-b7a4-0c24a7169235" providerId="ADAL" clId="{D99DEA09-0AB9-45C6-9A22-A8554D4092C1}" dt="2026-04-17T19:13:04.396" v="4" actId="478"/>
          <ac:spMkLst>
            <pc:docMk/>
            <pc:sldMk cId="63802228" sldId="260"/>
            <ac:spMk id="3" creationId="{3B426E56-BF42-F9BC-C37D-F151599C08F1}"/>
          </ac:spMkLst>
        </pc:spChg>
        <pc:spChg chg="del">
          <ac:chgData name="Tang, Ruixuan" userId="218e1d3e-8893-41f1-b7a4-0c24a7169235" providerId="ADAL" clId="{D99DEA09-0AB9-45C6-9A22-A8554D4092C1}" dt="2026-04-17T19:13:10.065" v="7" actId="478"/>
          <ac:spMkLst>
            <pc:docMk/>
            <pc:sldMk cId="63802228" sldId="260"/>
            <ac:spMk id="6" creationId="{AAB2F972-415B-45A3-3FA4-A5B826876D68}"/>
          </ac:spMkLst>
        </pc:spChg>
        <pc:spChg chg="mod">
          <ac:chgData name="Tang, Ruixuan" userId="218e1d3e-8893-41f1-b7a4-0c24a7169235" providerId="ADAL" clId="{D99DEA09-0AB9-45C6-9A22-A8554D4092C1}" dt="2026-04-17T19:14:23.590" v="40" actId="1076"/>
          <ac:spMkLst>
            <pc:docMk/>
            <pc:sldMk cId="63802228" sldId="260"/>
            <ac:spMk id="7" creationId="{DEEAFAF2-DC33-AEFA-E7B5-F777A66283DE}"/>
          </ac:spMkLst>
        </pc:spChg>
        <pc:spChg chg="mod">
          <ac:chgData name="Tang, Ruixuan" userId="218e1d3e-8893-41f1-b7a4-0c24a7169235" providerId="ADAL" clId="{D99DEA09-0AB9-45C6-9A22-A8554D4092C1}" dt="2026-04-17T19:14:27.217" v="41" actId="1076"/>
          <ac:spMkLst>
            <pc:docMk/>
            <pc:sldMk cId="63802228" sldId="260"/>
            <ac:spMk id="11" creationId="{AF569BEF-B186-64D3-A555-4ED36A19C8A3}"/>
          </ac:spMkLst>
        </pc:spChg>
        <pc:graphicFrameChg chg="modGraphic">
          <ac:chgData name="Tang, Ruixuan" userId="218e1d3e-8893-41f1-b7a4-0c24a7169235" providerId="ADAL" clId="{D99DEA09-0AB9-45C6-9A22-A8554D4092C1}" dt="2026-04-17T19:13:27.703" v="8" actId="2165"/>
          <ac:graphicFrameMkLst>
            <pc:docMk/>
            <pc:sldMk cId="63802228" sldId="260"/>
            <ac:graphicFrameMk id="5" creationId="{3C5DCD01-A722-3A3A-FF91-4798AC0D6DFC}"/>
          </ac:graphicFrameMkLst>
        </pc:graphicFrameChg>
        <pc:picChg chg="add">
          <ac:chgData name="Tang, Ruixuan" userId="218e1d3e-8893-41f1-b7a4-0c24a7169235" providerId="ADAL" clId="{D99DEA09-0AB9-45C6-9A22-A8554D4092C1}" dt="2026-04-17T19:13:52.545" v="9"/>
          <ac:picMkLst>
            <pc:docMk/>
            <pc:sldMk cId="63802228" sldId="260"/>
            <ac:picMk id="8" creationId="{355C3777-9747-7693-8060-F6CC05389E3C}"/>
          </ac:picMkLst>
        </pc:picChg>
        <pc:picChg chg="add mod">
          <ac:chgData name="Tang, Ruixuan" userId="218e1d3e-8893-41f1-b7a4-0c24a7169235" providerId="ADAL" clId="{D99DEA09-0AB9-45C6-9A22-A8554D4092C1}" dt="2026-04-17T19:14:06.851" v="13" actId="1076"/>
          <ac:picMkLst>
            <pc:docMk/>
            <pc:sldMk cId="63802228" sldId="260"/>
            <ac:picMk id="9" creationId="{30813BA6-3C1C-AC22-2292-6CD1B4D4FF14}"/>
          </ac:picMkLst>
        </pc:picChg>
        <pc:picChg chg="add mod">
          <ac:chgData name="Tang, Ruixuan" userId="218e1d3e-8893-41f1-b7a4-0c24a7169235" providerId="ADAL" clId="{D99DEA09-0AB9-45C6-9A22-A8554D4092C1}" dt="2026-04-17T19:14:43.143" v="44" actId="1076"/>
          <ac:picMkLst>
            <pc:docMk/>
            <pc:sldMk cId="63802228" sldId="260"/>
            <ac:picMk id="10" creationId="{2B39A8C1-B4B4-CDEE-B985-3AC0BAC0B91C}"/>
          </ac:picMkLst>
        </pc:picChg>
        <pc:picChg chg="del">
          <ac:chgData name="Tang, Ruixuan" userId="218e1d3e-8893-41f1-b7a4-0c24a7169235" providerId="ADAL" clId="{D99DEA09-0AB9-45C6-9A22-A8554D4092C1}" dt="2026-04-17T19:13:07.893" v="6" actId="478"/>
          <ac:picMkLst>
            <pc:docMk/>
            <pc:sldMk cId="63802228" sldId="260"/>
            <ac:picMk id="12" creationId="{9C5626C5-5136-4EDF-A5D8-490C4EE6798C}"/>
          </ac:picMkLst>
        </pc:picChg>
        <pc:picChg chg="del">
          <ac:chgData name="Tang, Ruixuan" userId="218e1d3e-8893-41f1-b7a4-0c24a7169235" providerId="ADAL" clId="{D99DEA09-0AB9-45C6-9A22-A8554D4092C1}" dt="2026-04-17T19:13:06.131" v="5" actId="478"/>
          <ac:picMkLst>
            <pc:docMk/>
            <pc:sldMk cId="63802228" sldId="260"/>
            <ac:picMk id="14" creationId="{30402C12-6F0B-5AD6-0756-C7BF733D8942}"/>
          </ac:picMkLst>
        </pc:picChg>
      </pc:sldChg>
      <pc:sldChg chg="modSp mod">
        <pc:chgData name="Tang, Ruixuan" userId="218e1d3e-8893-41f1-b7a4-0c24a7169235" providerId="ADAL" clId="{D99DEA09-0AB9-45C6-9A22-A8554D4092C1}" dt="2026-04-17T19:12:21.772" v="1" actId="20577"/>
        <pc:sldMkLst>
          <pc:docMk/>
          <pc:sldMk cId="2109493621" sldId="341"/>
        </pc:sldMkLst>
        <pc:spChg chg="mod">
          <ac:chgData name="Tang, Ruixuan" userId="218e1d3e-8893-41f1-b7a4-0c24a7169235" providerId="ADAL" clId="{D99DEA09-0AB9-45C6-9A22-A8554D4092C1}" dt="2026-04-17T19:12:21.772" v="1" actId="20577"/>
          <ac:spMkLst>
            <pc:docMk/>
            <pc:sldMk cId="2109493621" sldId="341"/>
            <ac:spMk id="2" creationId="{358BD015-8208-A241-810D-E329330D0B37}"/>
          </ac:spMkLst>
        </pc:spChg>
      </pc:sldChg>
      <pc:sldChg chg="del">
        <pc:chgData name="Tang, Ruixuan" userId="218e1d3e-8893-41f1-b7a4-0c24a7169235" providerId="ADAL" clId="{D99DEA09-0AB9-45C6-9A22-A8554D4092C1}" dt="2026-04-17T19:27:45.241" v="202" actId="47"/>
        <pc:sldMkLst>
          <pc:docMk/>
          <pc:sldMk cId="3644140579" sldId="360"/>
        </pc:sldMkLst>
      </pc:sldChg>
      <pc:sldChg chg="modSp mod modNotesTx">
        <pc:chgData name="Tang, Ruixuan" userId="218e1d3e-8893-41f1-b7a4-0c24a7169235" providerId="ADAL" clId="{D99DEA09-0AB9-45C6-9A22-A8554D4092C1}" dt="2026-04-17T19:26:36.307" v="201" actId="20577"/>
        <pc:sldMkLst>
          <pc:docMk/>
          <pc:sldMk cId="2709536400" sldId="377"/>
        </pc:sldMkLst>
        <pc:spChg chg="mod">
          <ac:chgData name="Tang, Ruixuan" userId="218e1d3e-8893-41f1-b7a4-0c24a7169235" providerId="ADAL" clId="{D99DEA09-0AB9-45C6-9A22-A8554D4092C1}" dt="2026-04-17T19:16:49.697" v="82" actId="20577"/>
          <ac:spMkLst>
            <pc:docMk/>
            <pc:sldMk cId="2709536400" sldId="377"/>
            <ac:spMk id="2" creationId="{35900D6F-1959-7519-F1FC-8B90438C98A7}"/>
          </ac:spMkLst>
        </pc:spChg>
        <pc:spChg chg="mod">
          <ac:chgData name="Tang, Ruixuan" userId="218e1d3e-8893-41f1-b7a4-0c24a7169235" providerId="ADAL" clId="{D99DEA09-0AB9-45C6-9A22-A8554D4092C1}" dt="2026-04-17T19:26:36.307" v="201" actId="20577"/>
          <ac:spMkLst>
            <pc:docMk/>
            <pc:sldMk cId="2709536400" sldId="377"/>
            <ac:spMk id="3" creationId="{3B820E7E-563E-D502-D154-AFB7AF3EC9EC}"/>
          </ac:spMkLst>
        </pc:spChg>
      </pc:sldChg>
      <pc:sldChg chg="del">
        <pc:chgData name="Tang, Ruixuan" userId="218e1d3e-8893-41f1-b7a4-0c24a7169235" providerId="ADAL" clId="{D99DEA09-0AB9-45C6-9A22-A8554D4092C1}" dt="2026-04-17T19:27:46.444" v="204" actId="47"/>
        <pc:sldMkLst>
          <pc:docMk/>
          <pc:sldMk cId="741982440" sldId="378"/>
        </pc:sldMkLst>
      </pc:sldChg>
      <pc:sldChg chg="modSp mod ord">
        <pc:chgData name="Tang, Ruixuan" userId="218e1d3e-8893-41f1-b7a4-0c24a7169235" providerId="ADAL" clId="{D99DEA09-0AB9-45C6-9A22-A8554D4092C1}" dt="2026-04-17T20:25:09.887" v="2238" actId="20577"/>
        <pc:sldMkLst>
          <pc:docMk/>
          <pc:sldMk cId="3685823791" sldId="381"/>
        </pc:sldMkLst>
        <pc:spChg chg="mod">
          <ac:chgData name="Tang, Ruixuan" userId="218e1d3e-8893-41f1-b7a4-0c24a7169235" providerId="ADAL" clId="{D99DEA09-0AB9-45C6-9A22-A8554D4092C1}" dt="2026-04-17T19:30:00.694" v="331" actId="313"/>
          <ac:spMkLst>
            <pc:docMk/>
            <pc:sldMk cId="3685823791" sldId="381"/>
            <ac:spMk id="2" creationId="{D5A1AF36-558C-5AAC-7B34-AEF773291F44}"/>
          </ac:spMkLst>
        </pc:spChg>
        <pc:spChg chg="mod">
          <ac:chgData name="Tang, Ruixuan" userId="218e1d3e-8893-41f1-b7a4-0c24a7169235" providerId="ADAL" clId="{D99DEA09-0AB9-45C6-9A22-A8554D4092C1}" dt="2026-04-17T20:25:09.887" v="2238" actId="20577"/>
          <ac:spMkLst>
            <pc:docMk/>
            <pc:sldMk cId="3685823791" sldId="381"/>
            <ac:spMk id="3" creationId="{A04C18FF-A7DF-D900-DBC8-F9314B5CE4E2}"/>
          </ac:spMkLst>
        </pc:spChg>
      </pc:sldChg>
      <pc:sldChg chg="del">
        <pc:chgData name="Tang, Ruixuan" userId="218e1d3e-8893-41f1-b7a4-0c24a7169235" providerId="ADAL" clId="{D99DEA09-0AB9-45C6-9A22-A8554D4092C1}" dt="2026-04-17T19:27:47.351" v="207" actId="47"/>
        <pc:sldMkLst>
          <pc:docMk/>
          <pc:sldMk cId="4212908319" sldId="383"/>
        </pc:sldMkLst>
      </pc:sldChg>
      <pc:sldChg chg="del">
        <pc:chgData name="Tang, Ruixuan" userId="218e1d3e-8893-41f1-b7a4-0c24a7169235" providerId="ADAL" clId="{D99DEA09-0AB9-45C6-9A22-A8554D4092C1}" dt="2026-04-17T19:27:45.974" v="203" actId="47"/>
        <pc:sldMkLst>
          <pc:docMk/>
          <pc:sldMk cId="1855564724" sldId="386"/>
        </pc:sldMkLst>
      </pc:sldChg>
      <pc:sldChg chg="del">
        <pc:chgData name="Tang, Ruixuan" userId="218e1d3e-8893-41f1-b7a4-0c24a7169235" providerId="ADAL" clId="{D99DEA09-0AB9-45C6-9A22-A8554D4092C1}" dt="2026-04-17T19:27:46.694" v="205" actId="47"/>
        <pc:sldMkLst>
          <pc:docMk/>
          <pc:sldMk cId="4054024650" sldId="387"/>
        </pc:sldMkLst>
      </pc:sldChg>
      <pc:sldChg chg="del">
        <pc:chgData name="Tang, Ruixuan" userId="218e1d3e-8893-41f1-b7a4-0c24a7169235" providerId="ADAL" clId="{D99DEA09-0AB9-45C6-9A22-A8554D4092C1}" dt="2026-04-17T19:27:47.007" v="206" actId="47"/>
        <pc:sldMkLst>
          <pc:docMk/>
          <pc:sldMk cId="1935304029" sldId="388"/>
        </pc:sldMkLst>
      </pc:sldChg>
      <pc:sldChg chg="del">
        <pc:chgData name="Tang, Ruixuan" userId="218e1d3e-8893-41f1-b7a4-0c24a7169235" providerId="ADAL" clId="{D99DEA09-0AB9-45C6-9A22-A8554D4092C1}" dt="2026-04-17T19:27:50.260" v="213" actId="47"/>
        <pc:sldMkLst>
          <pc:docMk/>
          <pc:sldMk cId="4120792325" sldId="390"/>
        </pc:sldMkLst>
      </pc:sldChg>
      <pc:sldChg chg="del">
        <pc:chgData name="Tang, Ruixuan" userId="218e1d3e-8893-41f1-b7a4-0c24a7169235" providerId="ADAL" clId="{D99DEA09-0AB9-45C6-9A22-A8554D4092C1}" dt="2026-04-17T19:27:49.896" v="212" actId="47"/>
        <pc:sldMkLst>
          <pc:docMk/>
          <pc:sldMk cId="3295086287" sldId="402"/>
        </pc:sldMkLst>
      </pc:sldChg>
      <pc:sldChg chg="del">
        <pc:chgData name="Tang, Ruixuan" userId="218e1d3e-8893-41f1-b7a4-0c24a7169235" providerId="ADAL" clId="{D99DEA09-0AB9-45C6-9A22-A8554D4092C1}" dt="2026-04-17T19:27:48.093" v="208" actId="47"/>
        <pc:sldMkLst>
          <pc:docMk/>
          <pc:sldMk cId="1208582260" sldId="403"/>
        </pc:sldMkLst>
      </pc:sldChg>
      <pc:sldChg chg="del">
        <pc:chgData name="Tang, Ruixuan" userId="218e1d3e-8893-41f1-b7a4-0c24a7169235" providerId="ADAL" clId="{D99DEA09-0AB9-45C6-9A22-A8554D4092C1}" dt="2026-04-17T19:27:48.525" v="209" actId="47"/>
        <pc:sldMkLst>
          <pc:docMk/>
          <pc:sldMk cId="379807557" sldId="404"/>
        </pc:sldMkLst>
      </pc:sldChg>
      <pc:sldChg chg="del">
        <pc:chgData name="Tang, Ruixuan" userId="218e1d3e-8893-41f1-b7a4-0c24a7169235" providerId="ADAL" clId="{D99DEA09-0AB9-45C6-9A22-A8554D4092C1}" dt="2026-04-17T19:27:49.022" v="210" actId="47"/>
        <pc:sldMkLst>
          <pc:docMk/>
          <pc:sldMk cId="1774156644" sldId="405"/>
        </pc:sldMkLst>
      </pc:sldChg>
      <pc:sldChg chg="del">
        <pc:chgData name="Tang, Ruixuan" userId="218e1d3e-8893-41f1-b7a4-0c24a7169235" providerId="ADAL" clId="{D99DEA09-0AB9-45C6-9A22-A8554D4092C1}" dt="2026-04-17T19:27:49.471" v="211" actId="47"/>
        <pc:sldMkLst>
          <pc:docMk/>
          <pc:sldMk cId="2821800223" sldId="406"/>
        </pc:sldMkLst>
      </pc:sldChg>
      <pc:sldChg chg="del">
        <pc:chgData name="Tang, Ruixuan" userId="218e1d3e-8893-41f1-b7a4-0c24a7169235" providerId="ADAL" clId="{D99DEA09-0AB9-45C6-9A22-A8554D4092C1}" dt="2026-04-17T19:27:51.116" v="214" actId="47"/>
        <pc:sldMkLst>
          <pc:docMk/>
          <pc:sldMk cId="2215246537" sldId="407"/>
        </pc:sldMkLst>
      </pc:sldChg>
      <pc:sldChg chg="del">
        <pc:chgData name="Tang, Ruixuan" userId="218e1d3e-8893-41f1-b7a4-0c24a7169235" providerId="ADAL" clId="{D99DEA09-0AB9-45C6-9A22-A8554D4092C1}" dt="2026-04-17T19:27:51.349" v="215" actId="47"/>
        <pc:sldMkLst>
          <pc:docMk/>
          <pc:sldMk cId="317464328" sldId="408"/>
        </pc:sldMkLst>
      </pc:sldChg>
      <pc:sldChg chg="del">
        <pc:chgData name="Tang, Ruixuan" userId="218e1d3e-8893-41f1-b7a4-0c24a7169235" providerId="ADAL" clId="{D99DEA09-0AB9-45C6-9A22-A8554D4092C1}" dt="2026-04-17T19:27:51.459" v="216" actId="47"/>
        <pc:sldMkLst>
          <pc:docMk/>
          <pc:sldMk cId="2787377139" sldId="409"/>
        </pc:sldMkLst>
      </pc:sldChg>
      <pc:sldChg chg="modSp add mod">
        <pc:chgData name="Tang, Ruixuan" userId="218e1d3e-8893-41f1-b7a4-0c24a7169235" providerId="ADAL" clId="{D99DEA09-0AB9-45C6-9A22-A8554D4092C1}" dt="2026-04-17T19:16:11.212" v="73" actId="20577"/>
        <pc:sldMkLst>
          <pc:docMk/>
          <pc:sldMk cId="90581755" sldId="411"/>
        </pc:sldMkLst>
        <pc:spChg chg="mod">
          <ac:chgData name="Tang, Ruixuan" userId="218e1d3e-8893-41f1-b7a4-0c24a7169235" providerId="ADAL" clId="{D99DEA09-0AB9-45C6-9A22-A8554D4092C1}" dt="2026-04-17T19:15:34.377" v="62" actId="20577"/>
          <ac:spMkLst>
            <pc:docMk/>
            <pc:sldMk cId="90581755" sldId="411"/>
            <ac:spMk id="2" creationId="{35900D6F-1959-7519-F1FC-8B90438C98A7}"/>
          </ac:spMkLst>
        </pc:spChg>
        <pc:spChg chg="mod">
          <ac:chgData name="Tang, Ruixuan" userId="218e1d3e-8893-41f1-b7a4-0c24a7169235" providerId="ADAL" clId="{D99DEA09-0AB9-45C6-9A22-A8554D4092C1}" dt="2026-04-17T19:16:11.212" v="73" actId="20577"/>
          <ac:spMkLst>
            <pc:docMk/>
            <pc:sldMk cId="90581755" sldId="411"/>
            <ac:spMk id="3" creationId="{3B820E7E-563E-D502-D154-AFB7AF3EC9EC}"/>
          </ac:spMkLst>
        </pc:spChg>
      </pc:sldChg>
      <pc:sldChg chg="modSp new mod">
        <pc:chgData name="Tang, Ruixuan" userId="218e1d3e-8893-41f1-b7a4-0c24a7169235" providerId="ADAL" clId="{D99DEA09-0AB9-45C6-9A22-A8554D4092C1}" dt="2026-04-17T19:54:51.929" v="1722" actId="20577"/>
        <pc:sldMkLst>
          <pc:docMk/>
          <pc:sldMk cId="111334350" sldId="412"/>
        </pc:sldMkLst>
        <pc:spChg chg="mod">
          <ac:chgData name="Tang, Ruixuan" userId="218e1d3e-8893-41f1-b7a4-0c24a7169235" providerId="ADAL" clId="{D99DEA09-0AB9-45C6-9A22-A8554D4092C1}" dt="2026-04-17T19:44:02.228" v="1068" actId="20577"/>
          <ac:spMkLst>
            <pc:docMk/>
            <pc:sldMk cId="111334350" sldId="412"/>
            <ac:spMk id="2" creationId="{1F25196B-74E5-C99C-9430-69A6FFAA98BB}"/>
          </ac:spMkLst>
        </pc:spChg>
        <pc:spChg chg="mod">
          <ac:chgData name="Tang, Ruixuan" userId="218e1d3e-8893-41f1-b7a4-0c24a7169235" providerId="ADAL" clId="{D99DEA09-0AB9-45C6-9A22-A8554D4092C1}" dt="2026-04-17T19:54:51.929" v="1722" actId="20577"/>
          <ac:spMkLst>
            <pc:docMk/>
            <pc:sldMk cId="111334350" sldId="412"/>
            <ac:spMk id="3" creationId="{43F63F17-F841-C9FB-0CBB-E8AAD00B8CE4}"/>
          </ac:spMkLst>
        </pc:spChg>
      </pc:sldChg>
      <pc:sldChg chg="modSp new mod">
        <pc:chgData name="Tang, Ruixuan" userId="218e1d3e-8893-41f1-b7a4-0c24a7169235" providerId="ADAL" clId="{D99DEA09-0AB9-45C6-9A22-A8554D4092C1}" dt="2026-04-17T20:53:01.536" v="3039" actId="20577"/>
        <pc:sldMkLst>
          <pc:docMk/>
          <pc:sldMk cId="2274571244" sldId="413"/>
        </pc:sldMkLst>
        <pc:spChg chg="mod">
          <ac:chgData name="Tang, Ruixuan" userId="218e1d3e-8893-41f1-b7a4-0c24a7169235" providerId="ADAL" clId="{D99DEA09-0AB9-45C6-9A22-A8554D4092C1}" dt="2026-04-17T20:04:50.266" v="1806" actId="20577"/>
          <ac:spMkLst>
            <pc:docMk/>
            <pc:sldMk cId="2274571244" sldId="413"/>
            <ac:spMk id="2" creationId="{A71242BC-0149-3144-29B2-C3DE6908FCF4}"/>
          </ac:spMkLst>
        </pc:spChg>
        <pc:spChg chg="mod">
          <ac:chgData name="Tang, Ruixuan" userId="218e1d3e-8893-41f1-b7a4-0c24a7169235" providerId="ADAL" clId="{D99DEA09-0AB9-45C6-9A22-A8554D4092C1}" dt="2026-04-17T20:53:01.536" v="3039" actId="20577"/>
          <ac:spMkLst>
            <pc:docMk/>
            <pc:sldMk cId="2274571244" sldId="413"/>
            <ac:spMk id="3" creationId="{BCB780B9-2424-71B8-8720-6B95C48CB920}"/>
          </ac:spMkLst>
        </pc:spChg>
      </pc:sldChg>
      <pc:sldChg chg="addSp delSp modSp new mod modNotesTx">
        <pc:chgData name="Tang, Ruixuan" userId="218e1d3e-8893-41f1-b7a4-0c24a7169235" providerId="ADAL" clId="{D99DEA09-0AB9-45C6-9A22-A8554D4092C1}" dt="2026-04-17T21:14:52.916" v="3869" actId="20577"/>
        <pc:sldMkLst>
          <pc:docMk/>
          <pc:sldMk cId="3360867068" sldId="414"/>
        </pc:sldMkLst>
        <pc:spChg chg="mod">
          <ac:chgData name="Tang, Ruixuan" userId="218e1d3e-8893-41f1-b7a4-0c24a7169235" providerId="ADAL" clId="{D99DEA09-0AB9-45C6-9A22-A8554D4092C1}" dt="2026-04-17T20:55:21.861" v="3086" actId="20577"/>
          <ac:spMkLst>
            <pc:docMk/>
            <pc:sldMk cId="3360867068" sldId="414"/>
            <ac:spMk id="2" creationId="{2D2B4F6C-8DC0-F608-C483-37C7906E5381}"/>
          </ac:spMkLst>
        </pc:spChg>
        <pc:spChg chg="del">
          <ac:chgData name="Tang, Ruixuan" userId="218e1d3e-8893-41f1-b7a4-0c24a7169235" providerId="ADAL" clId="{D99DEA09-0AB9-45C6-9A22-A8554D4092C1}" dt="2026-04-17T20:48:04.529" v="2713" actId="478"/>
          <ac:spMkLst>
            <pc:docMk/>
            <pc:sldMk cId="3360867068" sldId="414"/>
            <ac:spMk id="3" creationId="{2E270784-7319-B055-3B60-CE489AC7ECB7}"/>
          </ac:spMkLst>
        </pc:spChg>
        <pc:spChg chg="add del mod">
          <ac:chgData name="Tang, Ruixuan" userId="218e1d3e-8893-41f1-b7a4-0c24a7169235" providerId="ADAL" clId="{D99DEA09-0AB9-45C6-9A22-A8554D4092C1}" dt="2026-04-17T20:53:49.565" v="3057"/>
          <ac:spMkLst>
            <pc:docMk/>
            <pc:sldMk cId="3360867068" sldId="414"/>
            <ac:spMk id="5" creationId="{CDFFF05A-C608-54BC-7F72-15E7E4DC0AE2}"/>
          </ac:spMkLst>
        </pc:spChg>
        <pc:spChg chg="add mod">
          <ac:chgData name="Tang, Ruixuan" userId="218e1d3e-8893-41f1-b7a4-0c24a7169235" providerId="ADAL" clId="{D99DEA09-0AB9-45C6-9A22-A8554D4092C1}" dt="2026-04-17T21:01:08.424" v="3279" actId="21"/>
          <ac:spMkLst>
            <pc:docMk/>
            <pc:sldMk cId="3360867068" sldId="414"/>
            <ac:spMk id="6" creationId="{4756D4AA-EE5E-DE4E-2018-AC2644551377}"/>
          </ac:spMkLst>
        </pc:spChg>
        <pc:spChg chg="add del mod">
          <ac:chgData name="Tang, Ruixuan" userId="218e1d3e-8893-41f1-b7a4-0c24a7169235" providerId="ADAL" clId="{D99DEA09-0AB9-45C6-9A22-A8554D4092C1}" dt="2026-04-17T21:00:45.389" v="3275" actId="478"/>
          <ac:spMkLst>
            <pc:docMk/>
            <pc:sldMk cId="3360867068" sldId="414"/>
            <ac:spMk id="11" creationId="{BDF0CBFC-1848-C14A-4482-C72B050093ED}"/>
          </ac:spMkLst>
        </pc:spChg>
        <pc:spChg chg="add mod">
          <ac:chgData name="Tang, Ruixuan" userId="218e1d3e-8893-41f1-b7a4-0c24a7169235" providerId="ADAL" clId="{D99DEA09-0AB9-45C6-9A22-A8554D4092C1}" dt="2026-04-17T21:14:52.916" v="3869" actId="20577"/>
          <ac:spMkLst>
            <pc:docMk/>
            <pc:sldMk cId="3360867068" sldId="414"/>
            <ac:spMk id="14" creationId="{7644CA96-6FC8-1D95-0F9C-F227C32AF71C}"/>
          </ac:spMkLst>
        </pc:spChg>
        <pc:picChg chg="add mod">
          <ac:chgData name="Tang, Ruixuan" userId="218e1d3e-8893-41f1-b7a4-0c24a7169235" providerId="ADAL" clId="{D99DEA09-0AB9-45C6-9A22-A8554D4092C1}" dt="2026-04-17T21:00:19.212" v="3265" actId="1076"/>
          <ac:picMkLst>
            <pc:docMk/>
            <pc:sldMk cId="3360867068" sldId="414"/>
            <ac:picMk id="8" creationId="{233FCDE4-BCE0-3C8E-D2EE-1ADBB49A8C74}"/>
          </ac:picMkLst>
        </pc:picChg>
        <pc:picChg chg="add mod">
          <ac:chgData name="Tang, Ruixuan" userId="218e1d3e-8893-41f1-b7a4-0c24a7169235" providerId="ADAL" clId="{D99DEA09-0AB9-45C6-9A22-A8554D4092C1}" dt="2026-04-17T21:00:17.278" v="3264" actId="1076"/>
          <ac:picMkLst>
            <pc:docMk/>
            <pc:sldMk cId="3360867068" sldId="414"/>
            <ac:picMk id="10" creationId="{CAA8CCD1-0F93-0389-5CD0-49A83108A0CD}"/>
          </ac:picMkLst>
        </pc:picChg>
        <pc:picChg chg="add mod">
          <ac:chgData name="Tang, Ruixuan" userId="218e1d3e-8893-41f1-b7a4-0c24a7169235" providerId="ADAL" clId="{D99DEA09-0AB9-45C6-9A22-A8554D4092C1}" dt="2026-04-17T21:00:11.037" v="3262" actId="14100"/>
          <ac:picMkLst>
            <pc:docMk/>
            <pc:sldMk cId="3360867068" sldId="414"/>
            <ac:picMk id="13" creationId="{FF12C173-362B-4607-A100-9D0087429779}"/>
          </ac:picMkLst>
        </pc:picChg>
      </pc:sldChg>
      <pc:sldChg chg="addSp delSp modSp add mod">
        <pc:chgData name="Tang, Ruixuan" userId="218e1d3e-8893-41f1-b7a4-0c24a7169235" providerId="ADAL" clId="{D99DEA09-0AB9-45C6-9A22-A8554D4092C1}" dt="2026-04-17T21:17:59.312" v="3999" actId="20577"/>
        <pc:sldMkLst>
          <pc:docMk/>
          <pc:sldMk cId="3030256035" sldId="415"/>
        </pc:sldMkLst>
        <pc:spChg chg="mod">
          <ac:chgData name="Tang, Ruixuan" userId="218e1d3e-8893-41f1-b7a4-0c24a7169235" providerId="ADAL" clId="{D99DEA09-0AB9-45C6-9A22-A8554D4092C1}" dt="2026-04-17T21:17:59.312" v="3999" actId="20577"/>
          <ac:spMkLst>
            <pc:docMk/>
            <pc:sldMk cId="3030256035" sldId="415"/>
            <ac:spMk id="14" creationId="{7644CA96-6FC8-1D95-0F9C-F227C32AF71C}"/>
          </ac:spMkLst>
        </pc:spChg>
        <pc:picChg chg="add mod">
          <ac:chgData name="Tang, Ruixuan" userId="218e1d3e-8893-41f1-b7a4-0c24a7169235" providerId="ADAL" clId="{D99DEA09-0AB9-45C6-9A22-A8554D4092C1}" dt="2026-04-17T21:14:00.480" v="3852" actId="1076"/>
          <ac:picMkLst>
            <pc:docMk/>
            <pc:sldMk cId="3030256035" sldId="415"/>
            <ac:picMk id="5" creationId="{414DC860-B5A7-D8C6-19B1-83E2190EFDAA}"/>
          </ac:picMkLst>
        </pc:picChg>
        <pc:picChg chg="del">
          <ac:chgData name="Tang, Ruixuan" userId="218e1d3e-8893-41f1-b7a4-0c24a7169235" providerId="ADAL" clId="{D99DEA09-0AB9-45C6-9A22-A8554D4092C1}" dt="2026-04-17T21:09:04.001" v="3702" actId="478"/>
          <ac:picMkLst>
            <pc:docMk/>
            <pc:sldMk cId="3030256035" sldId="415"/>
            <ac:picMk id="10" creationId="{CAA8CCD1-0F93-0389-5CD0-49A83108A0CD}"/>
          </ac:picMkLst>
        </pc:picChg>
      </pc:sldChg>
      <pc:sldChg chg="addSp modSp new mod ord">
        <pc:chgData name="Tang, Ruixuan" userId="218e1d3e-8893-41f1-b7a4-0c24a7169235" providerId="ADAL" clId="{D99DEA09-0AB9-45C6-9A22-A8554D4092C1}" dt="2026-04-17T21:33:26.246" v="4679" actId="20577"/>
        <pc:sldMkLst>
          <pc:docMk/>
          <pc:sldMk cId="1803553080" sldId="416"/>
        </pc:sldMkLst>
        <pc:spChg chg="mod">
          <ac:chgData name="Tang, Ruixuan" userId="218e1d3e-8893-41f1-b7a4-0c24a7169235" providerId="ADAL" clId="{D99DEA09-0AB9-45C6-9A22-A8554D4092C1}" dt="2026-04-17T21:19:47.675" v="4047" actId="20577"/>
          <ac:spMkLst>
            <pc:docMk/>
            <pc:sldMk cId="1803553080" sldId="416"/>
            <ac:spMk id="2" creationId="{C8138CB9-0FEB-852A-F94D-00C714425A22}"/>
          </ac:spMkLst>
        </pc:spChg>
        <pc:spChg chg="mod">
          <ac:chgData name="Tang, Ruixuan" userId="218e1d3e-8893-41f1-b7a4-0c24a7169235" providerId="ADAL" clId="{D99DEA09-0AB9-45C6-9A22-A8554D4092C1}" dt="2026-04-17T21:24:12.701" v="4282" actId="20577"/>
          <ac:spMkLst>
            <pc:docMk/>
            <pc:sldMk cId="1803553080" sldId="416"/>
            <ac:spMk id="3" creationId="{F280D4E4-D0B0-7CDF-102D-48A321A95DC0}"/>
          </ac:spMkLst>
        </pc:spChg>
        <pc:spChg chg="add mod">
          <ac:chgData name="Tang, Ruixuan" userId="218e1d3e-8893-41f1-b7a4-0c24a7169235" providerId="ADAL" clId="{D99DEA09-0AB9-45C6-9A22-A8554D4092C1}" dt="2026-04-17T21:33:26.246" v="4679" actId="20577"/>
          <ac:spMkLst>
            <pc:docMk/>
            <pc:sldMk cId="1803553080" sldId="416"/>
            <ac:spMk id="7" creationId="{780030B0-DC1E-2AD7-CF53-B31053867D51}"/>
          </ac:spMkLst>
        </pc:spChg>
        <pc:picChg chg="add mod">
          <ac:chgData name="Tang, Ruixuan" userId="218e1d3e-8893-41f1-b7a4-0c24a7169235" providerId="ADAL" clId="{D99DEA09-0AB9-45C6-9A22-A8554D4092C1}" dt="2026-04-17T21:29:02.253" v="4287" actId="14100"/>
          <ac:picMkLst>
            <pc:docMk/>
            <pc:sldMk cId="1803553080" sldId="416"/>
            <ac:picMk id="6" creationId="{D415DAA8-8054-EE82-7227-4AC18F96856A}"/>
          </ac:picMkLst>
        </pc:picChg>
      </pc:sldChg>
    </pc:docChg>
  </pc:docChgLst>
  <pc:docChgLst>
    <pc:chgData name="Tang, Ruixuan" userId="218e1d3e-8893-41f1-b7a4-0c24a7169235" providerId="ADAL" clId="{B28699F9-D3AD-254B-8344-15E0B00DB9F3}"/>
    <pc:docChg chg="undo custSel addSld delSld modSld sldOrd">
      <pc:chgData name="Tang, Ruixuan" userId="218e1d3e-8893-41f1-b7a4-0c24a7169235" providerId="ADAL" clId="{B28699F9-D3AD-254B-8344-15E0B00DB9F3}" dt="2026-03-31T14:23:41.583" v="5579" actId="20577"/>
      <pc:docMkLst>
        <pc:docMk/>
      </pc:docMkLst>
      <pc:sldChg chg="modSp add mod">
        <pc:chgData name="Tang, Ruixuan" userId="218e1d3e-8893-41f1-b7a4-0c24a7169235" providerId="ADAL" clId="{B28699F9-D3AD-254B-8344-15E0B00DB9F3}" dt="2026-03-31T10:27:23.009" v="1031" actId="20577"/>
        <pc:sldMkLst>
          <pc:docMk/>
          <pc:sldMk cId="63802228" sldId="260"/>
        </pc:sldMkLst>
        <pc:spChg chg="mod">
          <ac:chgData name="Tang, Ruixuan" userId="218e1d3e-8893-41f1-b7a4-0c24a7169235" providerId="ADAL" clId="{B28699F9-D3AD-254B-8344-15E0B00DB9F3}" dt="2026-03-31T10:27:23.009" v="1031" actId="20577"/>
          <ac:spMkLst>
            <pc:docMk/>
            <pc:sldMk cId="63802228" sldId="260"/>
            <ac:spMk id="2" creationId="{EE613617-3699-7B12-DBAA-A9EEB6BC3BB5}"/>
          </ac:spMkLst>
        </pc:spChg>
        <pc:spChg chg="mod">
          <ac:chgData name="Tang, Ruixuan" userId="218e1d3e-8893-41f1-b7a4-0c24a7169235" providerId="ADAL" clId="{B28699F9-D3AD-254B-8344-15E0B00DB9F3}" dt="2026-03-31T10:21:30.347" v="990" actId="255"/>
          <ac:spMkLst>
            <pc:docMk/>
            <pc:sldMk cId="63802228" sldId="260"/>
            <ac:spMk id="3" creationId="{3B426E56-BF42-F9BC-C37D-F151599C08F1}"/>
          </ac:spMkLst>
        </pc:spChg>
        <pc:spChg chg="mod">
          <ac:chgData name="Tang, Ruixuan" userId="218e1d3e-8893-41f1-b7a4-0c24a7169235" providerId="ADAL" clId="{B28699F9-D3AD-254B-8344-15E0B00DB9F3}" dt="2026-03-31T04:38:00.847" v="151" actId="1076"/>
          <ac:spMkLst>
            <pc:docMk/>
            <pc:sldMk cId="63802228" sldId="260"/>
            <ac:spMk id="6" creationId="{AAB2F972-415B-45A3-3FA4-A5B826876D68}"/>
          </ac:spMkLst>
        </pc:spChg>
        <pc:spChg chg="mod">
          <ac:chgData name="Tang, Ruixuan" userId="218e1d3e-8893-41f1-b7a4-0c24a7169235" providerId="ADAL" clId="{B28699F9-D3AD-254B-8344-15E0B00DB9F3}" dt="2026-03-31T04:33:14.223" v="31" actId="1076"/>
          <ac:spMkLst>
            <pc:docMk/>
            <pc:sldMk cId="63802228" sldId="260"/>
            <ac:spMk id="7" creationId="{DEEAFAF2-DC33-AEFA-E7B5-F777A66283DE}"/>
          </ac:spMkLst>
        </pc:spChg>
        <pc:spChg chg="mod">
          <ac:chgData name="Tang, Ruixuan" userId="218e1d3e-8893-41f1-b7a4-0c24a7169235" providerId="ADAL" clId="{B28699F9-D3AD-254B-8344-15E0B00DB9F3}" dt="2026-03-31T04:34:27.601" v="38" actId="1076"/>
          <ac:spMkLst>
            <pc:docMk/>
            <pc:sldMk cId="63802228" sldId="260"/>
            <ac:spMk id="11" creationId="{AF569BEF-B186-64D3-A555-4ED36A19C8A3}"/>
          </ac:spMkLst>
        </pc:spChg>
        <pc:graphicFrameChg chg="mod modGraphic">
          <ac:chgData name="Tang, Ruixuan" userId="218e1d3e-8893-41f1-b7a4-0c24a7169235" providerId="ADAL" clId="{B28699F9-D3AD-254B-8344-15E0B00DB9F3}" dt="2026-03-31T04:34:20.351" v="37" actId="1076"/>
          <ac:graphicFrameMkLst>
            <pc:docMk/>
            <pc:sldMk cId="63802228" sldId="260"/>
            <ac:graphicFrameMk id="5" creationId="{3C5DCD01-A722-3A3A-FF91-4798AC0D6DFC}"/>
          </ac:graphicFrameMkLst>
        </pc:graphicFrameChg>
        <pc:picChg chg="mod">
          <ac:chgData name="Tang, Ruixuan" userId="218e1d3e-8893-41f1-b7a4-0c24a7169235" providerId="ADAL" clId="{B28699F9-D3AD-254B-8344-15E0B00DB9F3}" dt="2026-03-31T04:33:14.223" v="31" actId="1076"/>
          <ac:picMkLst>
            <pc:docMk/>
            <pc:sldMk cId="63802228" sldId="260"/>
            <ac:picMk id="12" creationId="{9C5626C5-5136-4EDF-A5D8-490C4EE6798C}"/>
          </ac:picMkLst>
        </pc:picChg>
        <pc:picChg chg="mod">
          <ac:chgData name="Tang, Ruixuan" userId="218e1d3e-8893-41f1-b7a4-0c24a7169235" providerId="ADAL" clId="{B28699F9-D3AD-254B-8344-15E0B00DB9F3}" dt="2026-03-31T04:33:14.223" v="31" actId="1076"/>
          <ac:picMkLst>
            <pc:docMk/>
            <pc:sldMk cId="63802228" sldId="260"/>
            <ac:picMk id="14" creationId="{30402C12-6F0B-5AD6-0756-C7BF733D8942}"/>
          </ac:picMkLst>
        </pc:picChg>
      </pc:sldChg>
      <pc:sldChg chg="modSp mod">
        <pc:chgData name="Tang, Ruixuan" userId="218e1d3e-8893-41f1-b7a4-0c24a7169235" providerId="ADAL" clId="{B28699F9-D3AD-254B-8344-15E0B00DB9F3}" dt="2026-03-31T04:23:36.286" v="1" actId="20577"/>
        <pc:sldMkLst>
          <pc:docMk/>
          <pc:sldMk cId="2109493621" sldId="341"/>
        </pc:sldMkLst>
        <pc:spChg chg="mod">
          <ac:chgData name="Tang, Ruixuan" userId="218e1d3e-8893-41f1-b7a4-0c24a7169235" providerId="ADAL" clId="{B28699F9-D3AD-254B-8344-15E0B00DB9F3}" dt="2026-03-31T04:23:36.286" v="1" actId="20577"/>
          <ac:spMkLst>
            <pc:docMk/>
            <pc:sldMk cId="2109493621" sldId="341"/>
            <ac:spMk id="2" creationId="{358BD015-8208-A241-810D-E329330D0B37}"/>
          </ac:spMkLst>
        </pc:spChg>
      </pc:sldChg>
      <pc:sldChg chg="addSp modSp add del mod">
        <pc:chgData name="Tang, Ruixuan" userId="218e1d3e-8893-41f1-b7a4-0c24a7169235" providerId="ADAL" clId="{B28699F9-D3AD-254B-8344-15E0B00DB9F3}" dt="2026-03-31T13:38:27.686" v="4524" actId="2696"/>
        <pc:sldMkLst>
          <pc:docMk/>
          <pc:sldMk cId="613446485" sldId="351"/>
        </pc:sldMkLst>
        <pc:spChg chg="add mod">
          <ac:chgData name="Tang, Ruixuan" userId="218e1d3e-8893-41f1-b7a4-0c24a7169235" providerId="ADAL" clId="{B28699F9-D3AD-254B-8344-15E0B00DB9F3}" dt="2026-03-31T12:46:35.248" v="3129" actId="1076"/>
          <ac:spMkLst>
            <pc:docMk/>
            <pc:sldMk cId="613446485" sldId="351"/>
            <ac:spMk id="5" creationId="{1B02B6CF-9C94-DD69-DCA8-813DB85C413E}"/>
          </ac:spMkLst>
        </pc:spChg>
      </pc:sldChg>
      <pc:sldChg chg="add">
        <pc:chgData name="Tang, Ruixuan" userId="218e1d3e-8893-41f1-b7a4-0c24a7169235" providerId="ADAL" clId="{B28699F9-D3AD-254B-8344-15E0B00DB9F3}" dt="2026-03-31T10:22:30.583" v="991"/>
        <pc:sldMkLst>
          <pc:docMk/>
          <pc:sldMk cId="2383979802" sldId="354"/>
        </pc:sldMkLst>
      </pc:sldChg>
      <pc:sldChg chg="ord">
        <pc:chgData name="Tang, Ruixuan" userId="218e1d3e-8893-41f1-b7a4-0c24a7169235" providerId="ADAL" clId="{B28699F9-D3AD-254B-8344-15E0B00DB9F3}" dt="2026-03-31T13:38:44.079" v="4525" actId="20578"/>
        <pc:sldMkLst>
          <pc:docMk/>
          <pc:sldMk cId="1526792514" sldId="355"/>
        </pc:sldMkLst>
      </pc:sldChg>
      <pc:sldChg chg="addSp modSp add mod ord">
        <pc:chgData name="Tang, Ruixuan" userId="218e1d3e-8893-41f1-b7a4-0c24a7169235" providerId="ADAL" clId="{B28699F9-D3AD-254B-8344-15E0B00DB9F3}" dt="2026-03-31T13:49:10.888" v="5042" actId="20577"/>
        <pc:sldMkLst>
          <pc:docMk/>
          <pc:sldMk cId="3644140579" sldId="360"/>
        </pc:sldMkLst>
        <pc:spChg chg="mod">
          <ac:chgData name="Tang, Ruixuan" userId="218e1d3e-8893-41f1-b7a4-0c24a7169235" providerId="ADAL" clId="{B28699F9-D3AD-254B-8344-15E0B00DB9F3}" dt="2026-03-31T13:49:10.888" v="5042" actId="20577"/>
          <ac:spMkLst>
            <pc:docMk/>
            <pc:sldMk cId="3644140579" sldId="360"/>
            <ac:spMk id="3" creationId="{31CCCA73-7E70-8162-90F6-85DE3FE77084}"/>
          </ac:spMkLst>
        </pc:spChg>
        <pc:spChg chg="add mod">
          <ac:chgData name="Tang, Ruixuan" userId="218e1d3e-8893-41f1-b7a4-0c24a7169235" providerId="ADAL" clId="{B28699F9-D3AD-254B-8344-15E0B00DB9F3}" dt="2026-03-31T12:46:03.897" v="3120" actId="1076"/>
          <ac:spMkLst>
            <pc:docMk/>
            <pc:sldMk cId="3644140579" sldId="360"/>
            <ac:spMk id="5" creationId="{B41C8EE2-9EEA-347C-54E9-CC21DD2AD42A}"/>
          </ac:spMkLst>
        </pc:spChg>
      </pc:sldChg>
      <pc:sldChg chg="addSp modSp add mod ord">
        <pc:chgData name="Tang, Ruixuan" userId="218e1d3e-8893-41f1-b7a4-0c24a7169235" providerId="ADAL" clId="{B28699F9-D3AD-254B-8344-15E0B00DB9F3}" dt="2026-03-31T13:52:27.059" v="5304" actId="20577"/>
        <pc:sldMkLst>
          <pc:docMk/>
          <pc:sldMk cId="3394353688" sldId="361"/>
        </pc:sldMkLst>
        <pc:spChg chg="mod">
          <ac:chgData name="Tang, Ruixuan" userId="218e1d3e-8893-41f1-b7a4-0c24a7169235" providerId="ADAL" clId="{B28699F9-D3AD-254B-8344-15E0B00DB9F3}" dt="2026-03-31T13:52:27.059" v="5304" actId="20577"/>
          <ac:spMkLst>
            <pc:docMk/>
            <pc:sldMk cId="3394353688" sldId="361"/>
            <ac:spMk id="3" creationId="{31CCCA73-7E70-8162-90F6-85DE3FE77084}"/>
          </ac:spMkLst>
        </pc:spChg>
        <pc:spChg chg="add mod">
          <ac:chgData name="Tang, Ruixuan" userId="218e1d3e-8893-41f1-b7a4-0c24a7169235" providerId="ADAL" clId="{B28699F9-D3AD-254B-8344-15E0B00DB9F3}" dt="2026-03-31T12:46:16.849" v="3124" actId="1076"/>
          <ac:spMkLst>
            <pc:docMk/>
            <pc:sldMk cId="3394353688" sldId="361"/>
            <ac:spMk id="5" creationId="{DDE6D3C2-BC0D-101A-287D-E85F7DE2DE86}"/>
          </ac:spMkLst>
        </pc:spChg>
      </pc:sldChg>
      <pc:sldChg chg="addSp delSp modSp add mod">
        <pc:chgData name="Tang, Ruixuan" userId="218e1d3e-8893-41f1-b7a4-0c24a7169235" providerId="ADAL" clId="{B28699F9-D3AD-254B-8344-15E0B00DB9F3}" dt="2026-03-31T11:51:31.754" v="2557" actId="20577"/>
        <pc:sldMkLst>
          <pc:docMk/>
          <pc:sldMk cId="2669326785" sldId="365"/>
        </pc:sldMkLst>
        <pc:spChg chg="mod">
          <ac:chgData name="Tang, Ruixuan" userId="218e1d3e-8893-41f1-b7a4-0c24a7169235" providerId="ADAL" clId="{B28699F9-D3AD-254B-8344-15E0B00DB9F3}" dt="2026-03-31T06:04:25.300" v="767" actId="20577"/>
          <ac:spMkLst>
            <pc:docMk/>
            <pc:sldMk cId="2669326785" sldId="365"/>
            <ac:spMk id="2" creationId="{3B4ACD3E-024D-681A-3237-CFAB309B1B41}"/>
          </ac:spMkLst>
        </pc:spChg>
        <pc:spChg chg="add mod">
          <ac:chgData name="Tang, Ruixuan" userId="218e1d3e-8893-41f1-b7a4-0c24a7169235" providerId="ADAL" clId="{B28699F9-D3AD-254B-8344-15E0B00DB9F3}" dt="2026-03-31T05:58:32.968" v="650"/>
          <ac:spMkLst>
            <pc:docMk/>
            <pc:sldMk cId="2669326785" sldId="365"/>
            <ac:spMk id="3" creationId="{C201E3F8-0D33-3860-24F6-7DBB41D3964B}"/>
          </ac:spMkLst>
        </pc:spChg>
        <pc:spChg chg="del mod">
          <ac:chgData name="Tang, Ruixuan" userId="218e1d3e-8893-41f1-b7a4-0c24a7169235" providerId="ADAL" clId="{B28699F9-D3AD-254B-8344-15E0B00DB9F3}" dt="2026-03-31T05:58:35.566" v="652"/>
          <ac:spMkLst>
            <pc:docMk/>
            <pc:sldMk cId="2669326785" sldId="365"/>
            <ac:spMk id="5" creationId="{770F4AE2-4FC5-44C9-21EF-ACA1CF2A47C4}"/>
          </ac:spMkLst>
        </pc:spChg>
        <pc:spChg chg="del">
          <ac:chgData name="Tang, Ruixuan" userId="218e1d3e-8893-41f1-b7a4-0c24a7169235" providerId="ADAL" clId="{B28699F9-D3AD-254B-8344-15E0B00DB9F3}" dt="2026-03-31T05:58:38.655" v="653" actId="478"/>
          <ac:spMkLst>
            <pc:docMk/>
            <pc:sldMk cId="2669326785" sldId="365"/>
            <ac:spMk id="8" creationId="{8AFB6D64-E96A-FC30-6020-9FEAB0F74EA5}"/>
          </ac:spMkLst>
        </pc:spChg>
        <pc:spChg chg="del">
          <ac:chgData name="Tang, Ruixuan" userId="218e1d3e-8893-41f1-b7a4-0c24a7169235" providerId="ADAL" clId="{B28699F9-D3AD-254B-8344-15E0B00DB9F3}" dt="2026-03-31T05:58:39.788" v="654" actId="478"/>
          <ac:spMkLst>
            <pc:docMk/>
            <pc:sldMk cId="2669326785" sldId="365"/>
            <ac:spMk id="9" creationId="{A9963AA8-DC50-2F92-098C-75768574600D}"/>
          </ac:spMkLst>
        </pc:spChg>
        <pc:spChg chg="add mod">
          <ac:chgData name="Tang, Ruixuan" userId="218e1d3e-8893-41f1-b7a4-0c24a7169235" providerId="ADAL" clId="{B28699F9-D3AD-254B-8344-15E0B00DB9F3}" dt="2026-03-31T11:51:31.754" v="2557" actId="20577"/>
          <ac:spMkLst>
            <pc:docMk/>
            <pc:sldMk cId="2669326785" sldId="365"/>
            <ac:spMk id="10" creationId="{7E1E58FF-29FD-A938-1F41-DD11F68307D7}"/>
          </ac:spMkLst>
        </pc:spChg>
        <pc:spChg chg="add mod">
          <ac:chgData name="Tang, Ruixuan" userId="218e1d3e-8893-41f1-b7a4-0c24a7169235" providerId="ADAL" clId="{B28699F9-D3AD-254B-8344-15E0B00DB9F3}" dt="2026-03-31T05:59:59.964" v="661" actId="1076"/>
          <ac:spMkLst>
            <pc:docMk/>
            <pc:sldMk cId="2669326785" sldId="365"/>
            <ac:spMk id="12" creationId="{1F287B48-654D-E183-221E-401E581844DE}"/>
          </ac:spMkLst>
        </pc:spChg>
        <pc:spChg chg="add mod">
          <ac:chgData name="Tang, Ruixuan" userId="218e1d3e-8893-41f1-b7a4-0c24a7169235" providerId="ADAL" clId="{B28699F9-D3AD-254B-8344-15E0B00DB9F3}" dt="2026-03-31T06:00:46.355" v="665" actId="207"/>
          <ac:spMkLst>
            <pc:docMk/>
            <pc:sldMk cId="2669326785" sldId="365"/>
            <ac:spMk id="16" creationId="{40CBD907-0795-AD47-91ED-030ABD209154}"/>
          </ac:spMkLst>
        </pc:spChg>
        <pc:cxnChg chg="add mod">
          <ac:chgData name="Tang, Ruixuan" userId="218e1d3e-8893-41f1-b7a4-0c24a7169235" providerId="ADAL" clId="{B28699F9-D3AD-254B-8344-15E0B00DB9F3}" dt="2026-03-31T06:00:08.791" v="663" actId="14100"/>
          <ac:cxnSpMkLst>
            <pc:docMk/>
            <pc:sldMk cId="2669326785" sldId="365"/>
            <ac:cxnSpMk id="11" creationId="{7578D9F7-6CF1-EFEE-BC8A-14AFFE20ECF1}"/>
          </ac:cxnSpMkLst>
        </pc:cxnChg>
      </pc:sldChg>
      <pc:sldChg chg="ord">
        <pc:chgData name="Tang, Ruixuan" userId="218e1d3e-8893-41f1-b7a4-0c24a7169235" providerId="ADAL" clId="{B28699F9-D3AD-254B-8344-15E0B00DB9F3}" dt="2026-03-31T13:38:44.079" v="4525" actId="20578"/>
        <pc:sldMkLst>
          <pc:docMk/>
          <pc:sldMk cId="3372574907" sldId="370"/>
        </pc:sldMkLst>
      </pc:sldChg>
      <pc:sldChg chg="ord">
        <pc:chgData name="Tang, Ruixuan" userId="218e1d3e-8893-41f1-b7a4-0c24a7169235" providerId="ADAL" clId="{B28699F9-D3AD-254B-8344-15E0B00DB9F3}" dt="2026-03-31T13:38:44.079" v="4525" actId="20578"/>
        <pc:sldMkLst>
          <pc:docMk/>
          <pc:sldMk cId="2565692294" sldId="372"/>
        </pc:sldMkLst>
      </pc:sldChg>
      <pc:sldChg chg="modSp mod ord">
        <pc:chgData name="Tang, Ruixuan" userId="218e1d3e-8893-41f1-b7a4-0c24a7169235" providerId="ADAL" clId="{B28699F9-D3AD-254B-8344-15E0B00DB9F3}" dt="2026-03-31T13:40:43.747" v="4636" actId="20577"/>
        <pc:sldMkLst>
          <pc:docMk/>
          <pc:sldMk cId="207991765" sldId="373"/>
        </pc:sldMkLst>
        <pc:spChg chg="mod">
          <ac:chgData name="Tang, Ruixuan" userId="218e1d3e-8893-41f1-b7a4-0c24a7169235" providerId="ADAL" clId="{B28699F9-D3AD-254B-8344-15E0B00DB9F3}" dt="2026-03-31T13:40:43.747" v="4636" actId="20577"/>
          <ac:spMkLst>
            <pc:docMk/>
            <pc:sldMk cId="207991765" sldId="373"/>
            <ac:spMk id="3" creationId="{AA147BA5-E5B9-A8F2-C3C0-C1CDE1B1F9B1}"/>
          </ac:spMkLst>
        </pc:spChg>
        <pc:spChg chg="mod">
          <ac:chgData name="Tang, Ruixuan" userId="218e1d3e-8893-41f1-b7a4-0c24a7169235" providerId="ADAL" clId="{B28699F9-D3AD-254B-8344-15E0B00DB9F3}" dt="2026-03-31T13:39:56.416" v="4553" actId="14100"/>
          <ac:spMkLst>
            <pc:docMk/>
            <pc:sldMk cId="207991765" sldId="373"/>
            <ac:spMk id="7" creationId="{4484ACB3-B49C-E524-DD88-B50C14B51C7E}"/>
          </ac:spMkLst>
        </pc:spChg>
        <pc:picChg chg="mod">
          <ac:chgData name="Tang, Ruixuan" userId="218e1d3e-8893-41f1-b7a4-0c24a7169235" providerId="ADAL" clId="{B28699F9-D3AD-254B-8344-15E0B00DB9F3}" dt="2026-03-31T13:39:35.551" v="4528" actId="1076"/>
          <ac:picMkLst>
            <pc:docMk/>
            <pc:sldMk cId="207991765" sldId="373"/>
            <ac:picMk id="6" creationId="{1BEAE0A6-586D-9512-9442-142584362029}"/>
          </ac:picMkLst>
        </pc:picChg>
      </pc:sldChg>
      <pc:sldChg chg="addSp modSp new mod">
        <pc:chgData name="Tang, Ruixuan" userId="218e1d3e-8893-41f1-b7a4-0c24a7169235" providerId="ADAL" clId="{B28699F9-D3AD-254B-8344-15E0B00DB9F3}" dt="2026-03-31T11:49:51.060" v="2554" actId="20577"/>
        <pc:sldMkLst>
          <pc:docMk/>
          <pc:sldMk cId="1101392027" sldId="374"/>
        </pc:sldMkLst>
        <pc:spChg chg="mod">
          <ac:chgData name="Tang, Ruixuan" userId="218e1d3e-8893-41f1-b7a4-0c24a7169235" providerId="ADAL" clId="{B28699F9-D3AD-254B-8344-15E0B00DB9F3}" dt="2026-03-31T11:49:51.060" v="2554" actId="20577"/>
          <ac:spMkLst>
            <pc:docMk/>
            <pc:sldMk cId="1101392027" sldId="374"/>
            <ac:spMk id="2" creationId="{53000C4E-2B98-8B8E-F63E-1C71D1A7DDC4}"/>
          </ac:spMkLst>
        </pc:spChg>
        <pc:spChg chg="mod">
          <ac:chgData name="Tang, Ruixuan" userId="218e1d3e-8893-41f1-b7a4-0c24a7169235" providerId="ADAL" clId="{B28699F9-D3AD-254B-8344-15E0B00DB9F3}" dt="2026-03-31T05:57:01.711" v="647"/>
          <ac:spMkLst>
            <pc:docMk/>
            <pc:sldMk cId="1101392027" sldId="374"/>
            <ac:spMk id="3" creationId="{43726418-51F8-9C62-F4AD-18F27C5C3619}"/>
          </ac:spMkLst>
        </pc:spChg>
        <pc:spChg chg="add mod">
          <ac:chgData name="Tang, Ruixuan" userId="218e1d3e-8893-41f1-b7a4-0c24a7169235" providerId="ADAL" clId="{B28699F9-D3AD-254B-8344-15E0B00DB9F3}" dt="2026-03-31T04:46:56.609" v="206" actId="1076"/>
          <ac:spMkLst>
            <pc:docMk/>
            <pc:sldMk cId="1101392027" sldId="374"/>
            <ac:spMk id="5" creationId="{25F93676-1AB1-6034-9AB3-0C0A5893DF0F}"/>
          </ac:spMkLst>
        </pc:spChg>
      </pc:sldChg>
      <pc:sldChg chg="modSp new mod ord">
        <pc:chgData name="Tang, Ruixuan" userId="218e1d3e-8893-41f1-b7a4-0c24a7169235" providerId="ADAL" clId="{B28699F9-D3AD-254B-8344-15E0B00DB9F3}" dt="2026-03-31T13:31:55.822" v="4342"/>
        <pc:sldMkLst>
          <pc:docMk/>
          <pc:sldMk cId="2091659892" sldId="375"/>
        </pc:sldMkLst>
        <pc:spChg chg="mod">
          <ac:chgData name="Tang, Ruixuan" userId="218e1d3e-8893-41f1-b7a4-0c24a7169235" providerId="ADAL" clId="{B28699F9-D3AD-254B-8344-15E0B00DB9F3}" dt="2026-03-31T13:27:09.083" v="4090" actId="20577"/>
          <ac:spMkLst>
            <pc:docMk/>
            <pc:sldMk cId="2091659892" sldId="375"/>
            <ac:spMk id="2" creationId="{E9652EE4-A5D6-E1B7-5310-16B7C5C5423D}"/>
          </ac:spMkLst>
        </pc:spChg>
        <pc:spChg chg="mod">
          <ac:chgData name="Tang, Ruixuan" userId="218e1d3e-8893-41f1-b7a4-0c24a7169235" providerId="ADAL" clId="{B28699F9-D3AD-254B-8344-15E0B00DB9F3}" dt="2026-03-31T13:31:55.822" v="4342"/>
          <ac:spMkLst>
            <pc:docMk/>
            <pc:sldMk cId="2091659892" sldId="375"/>
            <ac:spMk id="3" creationId="{23E775F6-5EA8-A386-EF11-E26E5F513582}"/>
          </ac:spMkLst>
        </pc:spChg>
      </pc:sldChg>
      <pc:sldChg chg="modSp new del mod ord">
        <pc:chgData name="Tang, Ruixuan" userId="218e1d3e-8893-41f1-b7a4-0c24a7169235" providerId="ADAL" clId="{B28699F9-D3AD-254B-8344-15E0B00DB9F3}" dt="2026-03-31T13:32:17.401" v="4349" actId="2696"/>
        <pc:sldMkLst>
          <pc:docMk/>
          <pc:sldMk cId="1186894042" sldId="376"/>
        </pc:sldMkLst>
        <pc:spChg chg="mod">
          <ac:chgData name="Tang, Ruixuan" userId="218e1d3e-8893-41f1-b7a4-0c24a7169235" providerId="ADAL" clId="{B28699F9-D3AD-254B-8344-15E0B00DB9F3}" dt="2026-03-31T05:48:01.090" v="572" actId="5793"/>
          <ac:spMkLst>
            <pc:docMk/>
            <pc:sldMk cId="1186894042" sldId="376"/>
            <ac:spMk id="2" creationId="{F1ECE615-7CE0-3248-8B7E-0857DBCC0352}"/>
          </ac:spMkLst>
        </pc:spChg>
      </pc:sldChg>
      <pc:sldChg chg="new del">
        <pc:chgData name="Tang, Ruixuan" userId="218e1d3e-8893-41f1-b7a4-0c24a7169235" providerId="ADAL" clId="{B28699F9-D3AD-254B-8344-15E0B00DB9F3}" dt="2026-03-31T05:48:17.299" v="573" actId="2696"/>
        <pc:sldMkLst>
          <pc:docMk/>
          <pc:sldMk cId="436931060" sldId="377"/>
        </pc:sldMkLst>
      </pc:sldChg>
      <pc:sldChg chg="modSp add mod ord">
        <pc:chgData name="Tang, Ruixuan" userId="218e1d3e-8893-41f1-b7a4-0c24a7169235" providerId="ADAL" clId="{B28699F9-D3AD-254B-8344-15E0B00DB9F3}" dt="2026-03-31T14:23:41.583" v="5579" actId="20577"/>
        <pc:sldMkLst>
          <pc:docMk/>
          <pc:sldMk cId="2709536400" sldId="377"/>
        </pc:sldMkLst>
        <pc:spChg chg="mod">
          <ac:chgData name="Tang, Ruixuan" userId="218e1d3e-8893-41f1-b7a4-0c24a7169235" providerId="ADAL" clId="{B28699F9-D3AD-254B-8344-15E0B00DB9F3}" dt="2026-03-31T11:14:00.526" v="2099" actId="20577"/>
          <ac:spMkLst>
            <pc:docMk/>
            <pc:sldMk cId="2709536400" sldId="377"/>
            <ac:spMk id="2" creationId="{35900D6F-1959-7519-F1FC-8B90438C98A7}"/>
          </ac:spMkLst>
        </pc:spChg>
        <pc:spChg chg="mod">
          <ac:chgData name="Tang, Ruixuan" userId="218e1d3e-8893-41f1-b7a4-0c24a7169235" providerId="ADAL" clId="{B28699F9-D3AD-254B-8344-15E0B00DB9F3}" dt="2026-03-31T14:23:41.583" v="5579" actId="20577"/>
          <ac:spMkLst>
            <pc:docMk/>
            <pc:sldMk cId="2709536400" sldId="377"/>
            <ac:spMk id="3" creationId="{3B820E7E-563E-D502-D154-AFB7AF3EC9EC}"/>
          </ac:spMkLst>
        </pc:spChg>
      </pc:sldChg>
      <pc:sldChg chg="new del">
        <pc:chgData name="Tang, Ruixuan" userId="218e1d3e-8893-41f1-b7a4-0c24a7169235" providerId="ADAL" clId="{B28699F9-D3AD-254B-8344-15E0B00DB9F3}" dt="2026-03-31T05:48:17.299" v="573" actId="2696"/>
        <pc:sldMkLst>
          <pc:docMk/>
          <pc:sldMk cId="1145746101" sldId="378"/>
        </pc:sldMkLst>
      </pc:sldChg>
      <pc:sldChg chg="modSp add del mod">
        <pc:chgData name="Tang, Ruixuan" userId="218e1d3e-8893-41f1-b7a4-0c24a7169235" providerId="ADAL" clId="{B28699F9-D3AD-254B-8344-15E0B00DB9F3}" dt="2026-03-31T13:19:11.905" v="3678" actId="2696"/>
        <pc:sldMkLst>
          <pc:docMk/>
          <pc:sldMk cId="4183257142" sldId="378"/>
        </pc:sldMkLst>
        <pc:spChg chg="mod">
          <ac:chgData name="Tang, Ruixuan" userId="218e1d3e-8893-41f1-b7a4-0c24a7169235" providerId="ADAL" clId="{B28699F9-D3AD-254B-8344-15E0B00DB9F3}" dt="2026-03-31T05:49:57.031" v="583" actId="20577"/>
          <ac:spMkLst>
            <pc:docMk/>
            <pc:sldMk cId="4183257142" sldId="378"/>
            <ac:spMk id="2" creationId="{74B7ACDB-6FE8-193B-91A3-3CB46A196824}"/>
          </ac:spMkLst>
        </pc:spChg>
        <pc:spChg chg="mod">
          <ac:chgData name="Tang, Ruixuan" userId="218e1d3e-8893-41f1-b7a4-0c24a7169235" providerId="ADAL" clId="{B28699F9-D3AD-254B-8344-15E0B00DB9F3}" dt="2026-03-31T05:50:22.129" v="586"/>
          <ac:spMkLst>
            <pc:docMk/>
            <pc:sldMk cId="4183257142" sldId="378"/>
            <ac:spMk id="3" creationId="{9084DC6C-1723-D838-C07E-529873B1C522}"/>
          </ac:spMkLst>
        </pc:spChg>
      </pc:sldChg>
      <pc:sldChg chg="new del">
        <pc:chgData name="Tang, Ruixuan" userId="218e1d3e-8893-41f1-b7a4-0c24a7169235" providerId="ADAL" clId="{B28699F9-D3AD-254B-8344-15E0B00DB9F3}" dt="2026-03-31T05:48:17.299" v="573" actId="2696"/>
        <pc:sldMkLst>
          <pc:docMk/>
          <pc:sldMk cId="1176065271" sldId="379"/>
        </pc:sldMkLst>
      </pc:sldChg>
      <pc:sldChg chg="modSp add mod ord">
        <pc:chgData name="Tang, Ruixuan" userId="218e1d3e-8893-41f1-b7a4-0c24a7169235" providerId="ADAL" clId="{B28699F9-D3AD-254B-8344-15E0B00DB9F3}" dt="2026-03-31T13:58:14.754" v="5474" actId="20577"/>
        <pc:sldMkLst>
          <pc:docMk/>
          <pc:sldMk cId="3231475259" sldId="379"/>
        </pc:sldMkLst>
        <pc:spChg chg="mod">
          <ac:chgData name="Tang, Ruixuan" userId="218e1d3e-8893-41f1-b7a4-0c24a7169235" providerId="ADAL" clId="{B28699F9-D3AD-254B-8344-15E0B00DB9F3}" dt="2026-03-31T06:17:59.493" v="910" actId="20577"/>
          <ac:spMkLst>
            <pc:docMk/>
            <pc:sldMk cId="3231475259" sldId="379"/>
            <ac:spMk id="2" creationId="{7A5FD98E-A7D6-3AC1-1EC8-2305373DA9D7}"/>
          </ac:spMkLst>
        </pc:spChg>
        <pc:spChg chg="mod">
          <ac:chgData name="Tang, Ruixuan" userId="218e1d3e-8893-41f1-b7a4-0c24a7169235" providerId="ADAL" clId="{B28699F9-D3AD-254B-8344-15E0B00DB9F3}" dt="2026-03-31T13:58:14.754" v="5474" actId="20577"/>
          <ac:spMkLst>
            <pc:docMk/>
            <pc:sldMk cId="3231475259" sldId="379"/>
            <ac:spMk id="3" creationId="{700603B8-2587-4F9A-18C4-5EE666A0AD5C}"/>
          </ac:spMkLst>
        </pc:spChg>
      </pc:sldChg>
      <pc:sldChg chg="new del">
        <pc:chgData name="Tang, Ruixuan" userId="218e1d3e-8893-41f1-b7a4-0c24a7169235" providerId="ADAL" clId="{B28699F9-D3AD-254B-8344-15E0B00DB9F3}" dt="2026-03-31T05:48:17.299" v="573" actId="2696"/>
        <pc:sldMkLst>
          <pc:docMk/>
          <pc:sldMk cId="475253763" sldId="380"/>
        </pc:sldMkLst>
      </pc:sldChg>
      <pc:sldChg chg="modSp add del mod">
        <pc:chgData name="Tang, Ruixuan" userId="218e1d3e-8893-41f1-b7a4-0c24a7169235" providerId="ADAL" clId="{B28699F9-D3AD-254B-8344-15E0B00DB9F3}" dt="2026-03-31T13:32:04.528" v="4343" actId="2696"/>
        <pc:sldMkLst>
          <pc:docMk/>
          <pc:sldMk cId="3926487394" sldId="380"/>
        </pc:sldMkLst>
        <pc:spChg chg="mod">
          <ac:chgData name="Tang, Ruixuan" userId="218e1d3e-8893-41f1-b7a4-0c24a7169235" providerId="ADAL" clId="{B28699F9-D3AD-254B-8344-15E0B00DB9F3}" dt="2026-03-31T05:52:49.709" v="606"/>
          <ac:spMkLst>
            <pc:docMk/>
            <pc:sldMk cId="3926487394" sldId="380"/>
            <ac:spMk id="2" creationId="{D6A0B5FC-FE56-4649-EBA8-F755A53B5FBD}"/>
          </ac:spMkLst>
        </pc:spChg>
        <pc:spChg chg="mod">
          <ac:chgData name="Tang, Ruixuan" userId="218e1d3e-8893-41f1-b7a4-0c24a7169235" providerId="ADAL" clId="{B28699F9-D3AD-254B-8344-15E0B00DB9F3}" dt="2026-03-31T05:53:12.211" v="607"/>
          <ac:spMkLst>
            <pc:docMk/>
            <pc:sldMk cId="3926487394" sldId="380"/>
            <ac:spMk id="3" creationId="{E09CDC98-FFE4-7CA8-1D97-33BFB681CA86}"/>
          </ac:spMkLst>
        </pc:spChg>
      </pc:sldChg>
      <pc:sldChg chg="modSp add del mod">
        <pc:chgData name="Tang, Ruixuan" userId="218e1d3e-8893-41f1-b7a4-0c24a7169235" providerId="ADAL" clId="{B28699F9-D3AD-254B-8344-15E0B00DB9F3}" dt="2026-03-31T14:23:28.298" v="5576" actId="20577"/>
        <pc:sldMkLst>
          <pc:docMk/>
          <pc:sldMk cId="3067268390" sldId="381"/>
        </pc:sldMkLst>
        <pc:spChg chg="mod">
          <ac:chgData name="Tang, Ruixuan" userId="218e1d3e-8893-41f1-b7a4-0c24a7169235" providerId="ADAL" clId="{B28699F9-D3AD-254B-8344-15E0B00DB9F3}" dt="2026-03-31T13:34:46.918" v="4418" actId="20577"/>
          <ac:spMkLst>
            <pc:docMk/>
            <pc:sldMk cId="3067268390" sldId="381"/>
            <ac:spMk id="2" creationId="{101356EC-F161-A358-8CE9-231F4CC166FE}"/>
          </ac:spMkLst>
        </pc:spChg>
        <pc:spChg chg="mod">
          <ac:chgData name="Tang, Ruixuan" userId="218e1d3e-8893-41f1-b7a4-0c24a7169235" providerId="ADAL" clId="{B28699F9-D3AD-254B-8344-15E0B00DB9F3}" dt="2026-03-31T14:23:28.298" v="5576" actId="20577"/>
          <ac:spMkLst>
            <pc:docMk/>
            <pc:sldMk cId="3067268390" sldId="381"/>
            <ac:spMk id="3" creationId="{B18B5AA0-EA81-ADCD-5104-CE1992F3523C}"/>
          </ac:spMkLst>
        </pc:spChg>
      </pc:sldChg>
      <pc:sldChg chg="new del">
        <pc:chgData name="Tang, Ruixuan" userId="218e1d3e-8893-41f1-b7a4-0c24a7169235" providerId="ADAL" clId="{B28699F9-D3AD-254B-8344-15E0B00DB9F3}" dt="2026-03-31T05:48:17.299" v="573" actId="2696"/>
        <pc:sldMkLst>
          <pc:docMk/>
          <pc:sldMk cId="4157812169" sldId="381"/>
        </pc:sldMkLst>
      </pc:sldChg>
      <pc:sldChg chg="new del">
        <pc:chgData name="Tang, Ruixuan" userId="218e1d3e-8893-41f1-b7a4-0c24a7169235" providerId="ADAL" clId="{B28699F9-D3AD-254B-8344-15E0B00DB9F3}" dt="2026-03-31T05:48:17.299" v="573" actId="2696"/>
        <pc:sldMkLst>
          <pc:docMk/>
          <pc:sldMk cId="294159939" sldId="382"/>
        </pc:sldMkLst>
      </pc:sldChg>
      <pc:sldChg chg="add del">
        <pc:chgData name="Tang, Ruixuan" userId="218e1d3e-8893-41f1-b7a4-0c24a7169235" providerId="ADAL" clId="{B28699F9-D3AD-254B-8344-15E0B00DB9F3}" dt="2026-03-31T13:32:15.581" v="4346" actId="2696"/>
        <pc:sldMkLst>
          <pc:docMk/>
          <pc:sldMk cId="2947174382" sldId="382"/>
        </pc:sldMkLst>
      </pc:sldChg>
      <pc:sldChg chg="add del">
        <pc:chgData name="Tang, Ruixuan" userId="218e1d3e-8893-41f1-b7a4-0c24a7169235" providerId="ADAL" clId="{B28699F9-D3AD-254B-8344-15E0B00DB9F3}" dt="2026-03-31T13:32:15.955" v="4347" actId="2696"/>
        <pc:sldMkLst>
          <pc:docMk/>
          <pc:sldMk cId="2608501184" sldId="383"/>
        </pc:sldMkLst>
      </pc:sldChg>
      <pc:sldChg chg="new del">
        <pc:chgData name="Tang, Ruixuan" userId="218e1d3e-8893-41f1-b7a4-0c24a7169235" providerId="ADAL" clId="{B28699F9-D3AD-254B-8344-15E0B00DB9F3}" dt="2026-03-31T05:48:17.299" v="573" actId="2696"/>
        <pc:sldMkLst>
          <pc:docMk/>
          <pc:sldMk cId="3633805779" sldId="383"/>
        </pc:sldMkLst>
      </pc:sldChg>
      <pc:sldChg chg="add del">
        <pc:chgData name="Tang, Ruixuan" userId="218e1d3e-8893-41f1-b7a4-0c24a7169235" providerId="ADAL" clId="{B28699F9-D3AD-254B-8344-15E0B00DB9F3}" dt="2026-03-31T13:32:16.665" v="4348" actId="2696"/>
        <pc:sldMkLst>
          <pc:docMk/>
          <pc:sldMk cId="2626795001" sldId="384"/>
        </pc:sldMkLst>
      </pc:sldChg>
      <pc:sldChg chg="new del">
        <pc:chgData name="Tang, Ruixuan" userId="218e1d3e-8893-41f1-b7a4-0c24a7169235" providerId="ADAL" clId="{B28699F9-D3AD-254B-8344-15E0B00DB9F3}" dt="2026-03-31T05:48:17.299" v="573" actId="2696"/>
        <pc:sldMkLst>
          <pc:docMk/>
          <pc:sldMk cId="3008793392" sldId="384"/>
        </pc:sldMkLst>
      </pc:sldChg>
      <pc:sldChg chg="modSp new del mod">
        <pc:chgData name="Tang, Ruixuan" userId="218e1d3e-8893-41f1-b7a4-0c24a7169235" providerId="ADAL" clId="{B28699F9-D3AD-254B-8344-15E0B00DB9F3}" dt="2026-03-31T06:06:03.919" v="776" actId="2696"/>
        <pc:sldMkLst>
          <pc:docMk/>
          <pc:sldMk cId="3838299328" sldId="385"/>
        </pc:sldMkLst>
        <pc:spChg chg="mod">
          <ac:chgData name="Tang, Ruixuan" userId="218e1d3e-8893-41f1-b7a4-0c24a7169235" providerId="ADAL" clId="{B28699F9-D3AD-254B-8344-15E0B00DB9F3}" dt="2026-03-31T05:02:22.814" v="521" actId="20577"/>
          <ac:spMkLst>
            <pc:docMk/>
            <pc:sldMk cId="3838299328" sldId="385"/>
            <ac:spMk id="2" creationId="{27B7F690-B148-C68E-0B92-B83DC66E945E}"/>
          </ac:spMkLst>
        </pc:spChg>
        <pc:spChg chg="mod">
          <ac:chgData name="Tang, Ruixuan" userId="218e1d3e-8893-41f1-b7a4-0c24a7169235" providerId="ADAL" clId="{B28699F9-D3AD-254B-8344-15E0B00DB9F3}" dt="2026-03-31T05:44:17.920" v="528" actId="15"/>
          <ac:spMkLst>
            <pc:docMk/>
            <pc:sldMk cId="3838299328" sldId="385"/>
            <ac:spMk id="3" creationId="{09EC270C-F1F6-1E7B-783B-7B4B6A4BD77A}"/>
          </ac:spMkLst>
        </pc:spChg>
      </pc:sldChg>
      <pc:sldChg chg="modSp new del mod">
        <pc:chgData name="Tang, Ruixuan" userId="218e1d3e-8893-41f1-b7a4-0c24a7169235" providerId="ADAL" clId="{B28699F9-D3AD-254B-8344-15E0B00DB9F3}" dt="2026-03-31T06:16:49.594" v="900" actId="2696"/>
        <pc:sldMkLst>
          <pc:docMk/>
          <pc:sldMk cId="2740616935" sldId="386"/>
        </pc:sldMkLst>
        <pc:spChg chg="mod">
          <ac:chgData name="Tang, Ruixuan" userId="218e1d3e-8893-41f1-b7a4-0c24a7169235" providerId="ADAL" clId="{B28699F9-D3AD-254B-8344-15E0B00DB9F3}" dt="2026-03-31T05:44:43.072" v="529"/>
          <ac:spMkLst>
            <pc:docMk/>
            <pc:sldMk cId="2740616935" sldId="386"/>
            <ac:spMk id="2" creationId="{EFEEE14A-4B2B-F6EB-DE00-2043EEB344A4}"/>
          </ac:spMkLst>
        </pc:spChg>
        <pc:spChg chg="mod">
          <ac:chgData name="Tang, Ruixuan" userId="218e1d3e-8893-41f1-b7a4-0c24a7169235" providerId="ADAL" clId="{B28699F9-D3AD-254B-8344-15E0B00DB9F3}" dt="2026-03-31T05:45:13.459" v="535" actId="15"/>
          <ac:spMkLst>
            <pc:docMk/>
            <pc:sldMk cId="2740616935" sldId="386"/>
            <ac:spMk id="3" creationId="{953F6682-D17C-73B6-2B06-C8C2FC7A5110}"/>
          </ac:spMkLst>
        </pc:spChg>
      </pc:sldChg>
      <pc:sldChg chg="modSp new add del mod">
        <pc:chgData name="Tang, Ruixuan" userId="218e1d3e-8893-41f1-b7a4-0c24a7169235" providerId="ADAL" clId="{B28699F9-D3AD-254B-8344-15E0B00DB9F3}" dt="2026-03-31T12:34:05.113" v="2725" actId="20577"/>
        <pc:sldMkLst>
          <pc:docMk/>
          <pc:sldMk cId="2754615638" sldId="387"/>
        </pc:sldMkLst>
        <pc:spChg chg="mod">
          <ac:chgData name="Tang, Ruixuan" userId="218e1d3e-8893-41f1-b7a4-0c24a7169235" providerId="ADAL" clId="{B28699F9-D3AD-254B-8344-15E0B00DB9F3}" dt="2026-03-31T12:34:05.113" v="2725" actId="20577"/>
          <ac:spMkLst>
            <pc:docMk/>
            <pc:sldMk cId="2754615638" sldId="387"/>
            <ac:spMk id="2" creationId="{8068A14C-E8E6-F538-9349-EBE1A23B499F}"/>
          </ac:spMkLst>
        </pc:spChg>
        <pc:spChg chg="mod">
          <ac:chgData name="Tang, Ruixuan" userId="218e1d3e-8893-41f1-b7a4-0c24a7169235" providerId="ADAL" clId="{B28699F9-D3AD-254B-8344-15E0B00DB9F3}" dt="2026-03-31T11:06:38.545" v="1962" actId="20577"/>
          <ac:spMkLst>
            <pc:docMk/>
            <pc:sldMk cId="2754615638" sldId="387"/>
            <ac:spMk id="3" creationId="{D431BD1E-59AC-90F3-2879-BA2B0091240F}"/>
          </ac:spMkLst>
        </pc:spChg>
      </pc:sldChg>
      <pc:sldChg chg="addSp modSp new mod ord">
        <pc:chgData name="Tang, Ruixuan" userId="218e1d3e-8893-41f1-b7a4-0c24a7169235" providerId="ADAL" clId="{B28699F9-D3AD-254B-8344-15E0B00DB9F3}" dt="2026-03-31T13:38:52.636" v="4526" actId="20578"/>
        <pc:sldMkLst>
          <pc:docMk/>
          <pc:sldMk cId="1202150966" sldId="388"/>
        </pc:sldMkLst>
        <pc:spChg chg="mod">
          <ac:chgData name="Tang, Ruixuan" userId="218e1d3e-8893-41f1-b7a4-0c24a7169235" providerId="ADAL" clId="{B28699F9-D3AD-254B-8344-15E0B00DB9F3}" dt="2026-03-31T12:34:17.686" v="2735" actId="20577"/>
          <ac:spMkLst>
            <pc:docMk/>
            <pc:sldMk cId="1202150966" sldId="388"/>
            <ac:spMk id="2" creationId="{13E53348-B6D4-D78F-B71E-07FD6BA78DD0}"/>
          </ac:spMkLst>
        </pc:spChg>
        <pc:spChg chg="mod">
          <ac:chgData name="Tang, Ruixuan" userId="218e1d3e-8893-41f1-b7a4-0c24a7169235" providerId="ADAL" clId="{B28699F9-D3AD-254B-8344-15E0B00DB9F3}" dt="2026-03-31T12:45:30.963" v="3117" actId="113"/>
          <ac:spMkLst>
            <pc:docMk/>
            <pc:sldMk cId="1202150966" sldId="388"/>
            <ac:spMk id="3" creationId="{7150F8FB-BCF6-1954-AEBB-BCD30DADCFA0}"/>
          </ac:spMkLst>
        </pc:spChg>
        <pc:spChg chg="add mod">
          <ac:chgData name="Tang, Ruixuan" userId="218e1d3e-8893-41f1-b7a4-0c24a7169235" providerId="ADAL" clId="{B28699F9-D3AD-254B-8344-15E0B00DB9F3}" dt="2026-03-31T12:44:20.761" v="3080" actId="1076"/>
          <ac:spMkLst>
            <pc:docMk/>
            <pc:sldMk cId="1202150966" sldId="388"/>
            <ac:spMk id="6" creationId="{FE531C1C-BA02-5152-85D0-EE086993A37F}"/>
          </ac:spMkLst>
        </pc:spChg>
      </pc:sldChg>
      <pc:sldChg chg="addSp modSp add mod ord">
        <pc:chgData name="Tang, Ruixuan" userId="218e1d3e-8893-41f1-b7a4-0c24a7169235" providerId="ADAL" clId="{B28699F9-D3AD-254B-8344-15E0B00DB9F3}" dt="2026-03-31T10:49:13.215" v="1490" actId="255"/>
        <pc:sldMkLst>
          <pc:docMk/>
          <pc:sldMk cId="2411834571" sldId="389"/>
        </pc:sldMkLst>
        <pc:spChg chg="mod">
          <ac:chgData name="Tang, Ruixuan" userId="218e1d3e-8893-41f1-b7a4-0c24a7169235" providerId="ADAL" clId="{B28699F9-D3AD-254B-8344-15E0B00DB9F3}" dt="2026-03-31T10:47:58.474" v="1460" actId="20577"/>
          <ac:spMkLst>
            <pc:docMk/>
            <pc:sldMk cId="2411834571" sldId="389"/>
            <ac:spMk id="2" creationId="{D613B00F-0277-CC55-66B1-3C7D66334CD5}"/>
          </ac:spMkLst>
        </pc:spChg>
        <pc:spChg chg="add mod">
          <ac:chgData name="Tang, Ruixuan" userId="218e1d3e-8893-41f1-b7a4-0c24a7169235" providerId="ADAL" clId="{B28699F9-D3AD-254B-8344-15E0B00DB9F3}" dt="2026-03-31T10:39:05.845" v="1230"/>
          <ac:spMkLst>
            <pc:docMk/>
            <pc:sldMk cId="2411834571" sldId="389"/>
            <ac:spMk id="3" creationId="{8C16A1F4-EBDC-F5B6-9FFA-C7053ED352C4}"/>
          </ac:spMkLst>
        </pc:spChg>
        <pc:spChg chg="add mod">
          <ac:chgData name="Tang, Ruixuan" userId="218e1d3e-8893-41f1-b7a4-0c24a7169235" providerId="ADAL" clId="{B28699F9-D3AD-254B-8344-15E0B00DB9F3}" dt="2026-03-31T10:39:05.845" v="1230"/>
          <ac:spMkLst>
            <pc:docMk/>
            <pc:sldMk cId="2411834571" sldId="389"/>
            <ac:spMk id="5" creationId="{3E7D5A1F-2F3D-2D16-3397-F375553FAFBA}"/>
          </ac:spMkLst>
        </pc:spChg>
        <pc:spChg chg="add mod">
          <ac:chgData name="Tang, Ruixuan" userId="218e1d3e-8893-41f1-b7a4-0c24a7169235" providerId="ADAL" clId="{B28699F9-D3AD-254B-8344-15E0B00DB9F3}" dt="2026-03-31T10:39:05.845" v="1230"/>
          <ac:spMkLst>
            <pc:docMk/>
            <pc:sldMk cId="2411834571" sldId="389"/>
            <ac:spMk id="8" creationId="{E8A7337B-D791-8392-461A-BEB3945DBFD5}"/>
          </ac:spMkLst>
        </pc:spChg>
        <pc:spChg chg="add mod">
          <ac:chgData name="Tang, Ruixuan" userId="218e1d3e-8893-41f1-b7a4-0c24a7169235" providerId="ADAL" clId="{B28699F9-D3AD-254B-8344-15E0B00DB9F3}" dt="2026-03-31T10:39:05.845" v="1230"/>
          <ac:spMkLst>
            <pc:docMk/>
            <pc:sldMk cId="2411834571" sldId="389"/>
            <ac:spMk id="9" creationId="{9374733A-7ACE-21BF-2A47-3902C7459BC7}"/>
          </ac:spMkLst>
        </pc:spChg>
        <pc:spChg chg="mod">
          <ac:chgData name="Tang, Ruixuan" userId="218e1d3e-8893-41f1-b7a4-0c24a7169235" providerId="ADAL" clId="{B28699F9-D3AD-254B-8344-15E0B00DB9F3}" dt="2026-03-31T10:49:13.215" v="1490" actId="255"/>
          <ac:spMkLst>
            <pc:docMk/>
            <pc:sldMk cId="2411834571" sldId="389"/>
            <ac:spMk id="10" creationId="{30AB91C3-DC45-90E9-D32C-702FB5CF74E2}"/>
          </ac:spMkLst>
        </pc:spChg>
      </pc:sldChg>
      <pc:sldChg chg="add">
        <pc:chgData name="Tang, Ruixuan" userId="218e1d3e-8893-41f1-b7a4-0c24a7169235" providerId="ADAL" clId="{B28699F9-D3AD-254B-8344-15E0B00DB9F3}" dt="2026-03-31T10:22:30.583" v="991"/>
        <pc:sldMkLst>
          <pc:docMk/>
          <pc:sldMk cId="3780796038" sldId="390"/>
        </pc:sldMkLst>
      </pc:sldChg>
      <pc:sldChg chg="addSp delSp modSp add mod">
        <pc:chgData name="Tang, Ruixuan" userId="218e1d3e-8893-41f1-b7a4-0c24a7169235" providerId="ADAL" clId="{B28699F9-D3AD-254B-8344-15E0B00DB9F3}" dt="2026-03-31T10:44:57.717" v="1411" actId="1076"/>
        <pc:sldMkLst>
          <pc:docMk/>
          <pc:sldMk cId="1522621486" sldId="391"/>
        </pc:sldMkLst>
        <pc:spChg chg="mod">
          <ac:chgData name="Tang, Ruixuan" userId="218e1d3e-8893-41f1-b7a4-0c24a7169235" providerId="ADAL" clId="{B28699F9-D3AD-254B-8344-15E0B00DB9F3}" dt="2026-03-31T10:36:15.919" v="1228" actId="20577"/>
          <ac:spMkLst>
            <pc:docMk/>
            <pc:sldMk cId="1522621486" sldId="391"/>
            <ac:spMk id="2" creationId="{79E06ED0-3385-D4B8-B356-E84FA91569EB}"/>
          </ac:spMkLst>
        </pc:spChg>
        <pc:spChg chg="add mod">
          <ac:chgData name="Tang, Ruixuan" userId="218e1d3e-8893-41f1-b7a4-0c24a7169235" providerId="ADAL" clId="{B28699F9-D3AD-254B-8344-15E0B00DB9F3}" dt="2026-03-31T10:32:22.245" v="1174"/>
          <ac:spMkLst>
            <pc:docMk/>
            <pc:sldMk cId="1522621486" sldId="391"/>
            <ac:spMk id="3" creationId="{16AACB37-5745-2ADA-7D3B-10CCC5041776}"/>
          </ac:spMkLst>
        </pc:spChg>
        <pc:spChg chg="add mod">
          <ac:chgData name="Tang, Ruixuan" userId="218e1d3e-8893-41f1-b7a4-0c24a7169235" providerId="ADAL" clId="{B28699F9-D3AD-254B-8344-15E0B00DB9F3}" dt="2026-03-31T10:32:22.245" v="1174"/>
          <ac:spMkLst>
            <pc:docMk/>
            <pc:sldMk cId="1522621486" sldId="391"/>
            <ac:spMk id="5" creationId="{D88FB7BA-5F73-35ED-E4E3-4A33505754EC}"/>
          </ac:spMkLst>
        </pc:spChg>
        <pc:spChg chg="mod">
          <ac:chgData name="Tang, Ruixuan" userId="218e1d3e-8893-41f1-b7a4-0c24a7169235" providerId="ADAL" clId="{B28699F9-D3AD-254B-8344-15E0B00DB9F3}" dt="2026-03-31T10:44:57.717" v="1411" actId="1076"/>
          <ac:spMkLst>
            <pc:docMk/>
            <pc:sldMk cId="1522621486" sldId="391"/>
            <ac:spMk id="10" creationId="{56527219-F868-0F29-CE47-42C1B1F8CBD3}"/>
          </ac:spMkLst>
        </pc:spChg>
        <pc:spChg chg="del">
          <ac:chgData name="Tang, Ruixuan" userId="218e1d3e-8893-41f1-b7a4-0c24a7169235" providerId="ADAL" clId="{B28699F9-D3AD-254B-8344-15E0B00DB9F3}" dt="2026-03-31T10:32:07.014" v="1172" actId="478"/>
          <ac:spMkLst>
            <pc:docMk/>
            <pc:sldMk cId="1522621486" sldId="391"/>
            <ac:spMk id="12" creationId="{F8E2978E-430E-B95E-9B63-DCEE0B36DA39}"/>
          </ac:spMkLst>
        </pc:spChg>
        <pc:spChg chg="del">
          <ac:chgData name="Tang, Ruixuan" userId="218e1d3e-8893-41f1-b7a4-0c24a7169235" providerId="ADAL" clId="{B28699F9-D3AD-254B-8344-15E0B00DB9F3}" dt="2026-03-31T10:32:09.302" v="1173" actId="478"/>
          <ac:spMkLst>
            <pc:docMk/>
            <pc:sldMk cId="1522621486" sldId="391"/>
            <ac:spMk id="16" creationId="{2D7B8CA4-647D-A046-F5AD-737244789EAB}"/>
          </ac:spMkLst>
        </pc:spChg>
        <pc:cxnChg chg="del mod">
          <ac:chgData name="Tang, Ruixuan" userId="218e1d3e-8893-41f1-b7a4-0c24a7169235" providerId="ADAL" clId="{B28699F9-D3AD-254B-8344-15E0B00DB9F3}" dt="2026-03-31T10:32:03.610" v="1171" actId="478"/>
          <ac:cxnSpMkLst>
            <pc:docMk/>
            <pc:sldMk cId="1522621486" sldId="391"/>
            <ac:cxnSpMk id="11" creationId="{6920EF70-7663-34E7-5ED3-B1CDC7D482D1}"/>
          </ac:cxnSpMkLst>
        </pc:cxnChg>
      </pc:sldChg>
      <pc:sldChg chg="add del">
        <pc:chgData name="Tang, Ruixuan" userId="218e1d3e-8893-41f1-b7a4-0c24a7169235" providerId="ADAL" clId="{B28699F9-D3AD-254B-8344-15E0B00DB9F3}" dt="2026-03-31T10:49:22.006" v="1491" actId="2696"/>
        <pc:sldMkLst>
          <pc:docMk/>
          <pc:sldMk cId="2473247669" sldId="392"/>
        </pc:sldMkLst>
      </pc:sldChg>
      <pc:sldChg chg="addSp delSp modSp new del mod">
        <pc:chgData name="Tang, Ruixuan" userId="218e1d3e-8893-41f1-b7a4-0c24a7169235" providerId="ADAL" clId="{B28699F9-D3AD-254B-8344-15E0B00DB9F3}" dt="2026-03-31T13:18:20.503" v="3677" actId="2696"/>
        <pc:sldMkLst>
          <pc:docMk/>
          <pc:sldMk cId="3181792027" sldId="392"/>
        </pc:sldMkLst>
        <pc:spChg chg="del">
          <ac:chgData name="Tang, Ruixuan" userId="218e1d3e-8893-41f1-b7a4-0c24a7169235" providerId="ADAL" clId="{B28699F9-D3AD-254B-8344-15E0B00DB9F3}" dt="2026-03-31T12:57:27.797" v="3179" actId="478"/>
          <ac:spMkLst>
            <pc:docMk/>
            <pc:sldMk cId="3181792027" sldId="392"/>
            <ac:spMk id="3" creationId="{8C5C22D2-5E88-E677-1694-C7496018015A}"/>
          </ac:spMkLst>
        </pc:spChg>
        <pc:spChg chg="add mod">
          <ac:chgData name="Tang, Ruixuan" userId="218e1d3e-8893-41f1-b7a4-0c24a7169235" providerId="ADAL" clId="{B28699F9-D3AD-254B-8344-15E0B00DB9F3}" dt="2026-03-31T12:57:31.547" v="3181" actId="14100"/>
          <ac:spMkLst>
            <pc:docMk/>
            <pc:sldMk cId="3181792027" sldId="392"/>
            <ac:spMk id="5" creationId="{7B60F8E1-EAC8-AA0C-D70B-472F74E8CFC0}"/>
          </ac:spMkLst>
        </pc:spChg>
      </pc:sldChg>
      <pc:sldChg chg="new del">
        <pc:chgData name="Tang, Ruixuan" userId="218e1d3e-8893-41f1-b7a4-0c24a7169235" providerId="ADAL" clId="{B28699F9-D3AD-254B-8344-15E0B00DB9F3}" dt="2026-03-31T13:26:13.292" v="4073" actId="2696"/>
        <pc:sldMkLst>
          <pc:docMk/>
          <pc:sldMk cId="3930007960" sldId="393"/>
        </pc:sldMkLst>
      </pc:sldChg>
      <pc:sldChg chg="addSp delSp modSp new mod ord">
        <pc:chgData name="Tang, Ruixuan" userId="218e1d3e-8893-41f1-b7a4-0c24a7169235" providerId="ADAL" clId="{B28699F9-D3AD-254B-8344-15E0B00DB9F3}" dt="2026-03-31T13:58:07.970" v="5473" actId="1076"/>
        <pc:sldMkLst>
          <pc:docMk/>
          <pc:sldMk cId="2517258553" sldId="394"/>
        </pc:sldMkLst>
        <pc:spChg chg="del">
          <ac:chgData name="Tang, Ruixuan" userId="218e1d3e-8893-41f1-b7a4-0c24a7169235" providerId="ADAL" clId="{B28699F9-D3AD-254B-8344-15E0B00DB9F3}" dt="2026-03-31T12:57:57.831" v="3182" actId="478"/>
          <ac:spMkLst>
            <pc:docMk/>
            <pc:sldMk cId="2517258553" sldId="394"/>
            <ac:spMk id="2" creationId="{B55B76FE-D60F-B25D-D244-22DB555B4A18}"/>
          </ac:spMkLst>
        </pc:spChg>
        <pc:spChg chg="mod">
          <ac:chgData name="Tang, Ruixuan" userId="218e1d3e-8893-41f1-b7a4-0c24a7169235" providerId="ADAL" clId="{B28699F9-D3AD-254B-8344-15E0B00DB9F3}" dt="2026-03-31T13:57:54.128" v="5469" actId="14100"/>
          <ac:spMkLst>
            <pc:docMk/>
            <pc:sldMk cId="2517258553" sldId="394"/>
            <ac:spMk id="3" creationId="{C57A46C9-841E-6B52-A888-AA31AD29B694}"/>
          </ac:spMkLst>
        </pc:spChg>
        <pc:spChg chg="del mod">
          <ac:chgData name="Tang, Ruixuan" userId="218e1d3e-8893-41f1-b7a4-0c24a7169235" providerId="ADAL" clId="{B28699F9-D3AD-254B-8344-15E0B00DB9F3}" dt="2026-03-31T13:57:46.848" v="5466" actId="478"/>
          <ac:spMkLst>
            <pc:docMk/>
            <pc:sldMk cId="2517258553" sldId="394"/>
            <ac:spMk id="4" creationId="{3F1010E7-0263-AF16-F42B-ED15A23D96E7}"/>
          </ac:spMkLst>
        </pc:spChg>
        <pc:spChg chg="add mod">
          <ac:chgData name="Tang, Ruixuan" userId="218e1d3e-8893-41f1-b7a4-0c24a7169235" providerId="ADAL" clId="{B28699F9-D3AD-254B-8344-15E0B00DB9F3}" dt="2026-03-31T12:59:26.148" v="3225" actId="20577"/>
          <ac:spMkLst>
            <pc:docMk/>
            <pc:sldMk cId="2517258553" sldId="394"/>
            <ac:spMk id="6" creationId="{F4BF0B4D-262F-EA54-C404-A7F6EE3B5922}"/>
          </ac:spMkLst>
        </pc:spChg>
        <pc:spChg chg="add mod topLvl">
          <ac:chgData name="Tang, Ruixuan" userId="218e1d3e-8893-41f1-b7a4-0c24a7169235" providerId="ADAL" clId="{B28699F9-D3AD-254B-8344-15E0B00DB9F3}" dt="2026-03-31T13:03:50.455" v="3248" actId="164"/>
          <ac:spMkLst>
            <pc:docMk/>
            <pc:sldMk cId="2517258553" sldId="394"/>
            <ac:spMk id="7" creationId="{C9B1BE0F-DFF1-7709-0534-2F94032093BA}"/>
          </ac:spMkLst>
        </pc:spChg>
        <pc:spChg chg="add mod topLvl">
          <ac:chgData name="Tang, Ruixuan" userId="218e1d3e-8893-41f1-b7a4-0c24a7169235" providerId="ADAL" clId="{B28699F9-D3AD-254B-8344-15E0B00DB9F3}" dt="2026-03-31T13:03:50.455" v="3248" actId="164"/>
          <ac:spMkLst>
            <pc:docMk/>
            <pc:sldMk cId="2517258553" sldId="394"/>
            <ac:spMk id="9" creationId="{6A0A1BE6-A370-96DC-6748-101582EB2EC7}"/>
          </ac:spMkLst>
        </pc:spChg>
        <pc:spChg chg="add mod topLvl">
          <ac:chgData name="Tang, Ruixuan" userId="218e1d3e-8893-41f1-b7a4-0c24a7169235" providerId="ADAL" clId="{B28699F9-D3AD-254B-8344-15E0B00DB9F3}" dt="2026-03-31T13:03:50.455" v="3248" actId="164"/>
          <ac:spMkLst>
            <pc:docMk/>
            <pc:sldMk cId="2517258553" sldId="394"/>
            <ac:spMk id="11" creationId="{EAF3BC5D-1498-5FD2-A570-0AFE50FAB7BC}"/>
          </ac:spMkLst>
        </pc:spChg>
        <pc:spChg chg="add mod topLvl">
          <ac:chgData name="Tang, Ruixuan" userId="218e1d3e-8893-41f1-b7a4-0c24a7169235" providerId="ADAL" clId="{B28699F9-D3AD-254B-8344-15E0B00DB9F3}" dt="2026-03-31T13:03:50.455" v="3248" actId="164"/>
          <ac:spMkLst>
            <pc:docMk/>
            <pc:sldMk cId="2517258553" sldId="394"/>
            <ac:spMk id="13" creationId="{11F76E51-AAA8-8C37-BB15-789A0426E767}"/>
          </ac:spMkLst>
        </pc:spChg>
        <pc:spChg chg="mod">
          <ac:chgData name="Tang, Ruixuan" userId="218e1d3e-8893-41f1-b7a4-0c24a7169235" providerId="ADAL" clId="{B28699F9-D3AD-254B-8344-15E0B00DB9F3}" dt="2026-03-31T13:04:12.462" v="3249"/>
          <ac:spMkLst>
            <pc:docMk/>
            <pc:sldMk cId="2517258553" sldId="394"/>
            <ac:spMk id="16" creationId="{AA21FDCB-2644-A3BF-3676-95E65E33580A}"/>
          </ac:spMkLst>
        </pc:spChg>
        <pc:spChg chg="mod">
          <ac:chgData name="Tang, Ruixuan" userId="218e1d3e-8893-41f1-b7a4-0c24a7169235" providerId="ADAL" clId="{B28699F9-D3AD-254B-8344-15E0B00DB9F3}" dt="2026-03-31T13:04:12.462" v="3249"/>
          <ac:spMkLst>
            <pc:docMk/>
            <pc:sldMk cId="2517258553" sldId="394"/>
            <ac:spMk id="18" creationId="{4370F5EE-088B-2D0E-B049-6F9D15975C23}"/>
          </ac:spMkLst>
        </pc:spChg>
        <pc:spChg chg="mod">
          <ac:chgData name="Tang, Ruixuan" userId="218e1d3e-8893-41f1-b7a4-0c24a7169235" providerId="ADAL" clId="{B28699F9-D3AD-254B-8344-15E0B00DB9F3}" dt="2026-03-31T13:04:12.462" v="3249"/>
          <ac:spMkLst>
            <pc:docMk/>
            <pc:sldMk cId="2517258553" sldId="394"/>
            <ac:spMk id="20" creationId="{092A75B9-4A9B-E184-F1B3-6D288E5EE5F8}"/>
          </ac:spMkLst>
        </pc:spChg>
        <pc:spChg chg="mod">
          <ac:chgData name="Tang, Ruixuan" userId="218e1d3e-8893-41f1-b7a4-0c24a7169235" providerId="ADAL" clId="{B28699F9-D3AD-254B-8344-15E0B00DB9F3}" dt="2026-03-31T13:04:12.462" v="3249"/>
          <ac:spMkLst>
            <pc:docMk/>
            <pc:sldMk cId="2517258553" sldId="394"/>
            <ac:spMk id="22" creationId="{067B72EA-E73D-48FA-304A-F7E70B565212}"/>
          </ac:spMkLst>
        </pc:spChg>
        <pc:spChg chg="mod">
          <ac:chgData name="Tang, Ruixuan" userId="218e1d3e-8893-41f1-b7a4-0c24a7169235" providerId="ADAL" clId="{B28699F9-D3AD-254B-8344-15E0B00DB9F3}" dt="2026-03-31T13:15:50.867" v="3611"/>
          <ac:spMkLst>
            <pc:docMk/>
            <pc:sldMk cId="2517258553" sldId="394"/>
            <ac:spMk id="26" creationId="{DD818E5F-ADB6-FA45-E892-C1AE3BBC35FA}"/>
          </ac:spMkLst>
        </pc:spChg>
        <pc:spChg chg="mod">
          <ac:chgData name="Tang, Ruixuan" userId="218e1d3e-8893-41f1-b7a4-0c24a7169235" providerId="ADAL" clId="{B28699F9-D3AD-254B-8344-15E0B00DB9F3}" dt="2026-03-31T13:15:50.867" v="3611"/>
          <ac:spMkLst>
            <pc:docMk/>
            <pc:sldMk cId="2517258553" sldId="394"/>
            <ac:spMk id="27" creationId="{6CC9D0A0-9B76-A157-CBA0-97ED3A842F7D}"/>
          </ac:spMkLst>
        </pc:spChg>
        <pc:spChg chg="mod">
          <ac:chgData name="Tang, Ruixuan" userId="218e1d3e-8893-41f1-b7a4-0c24a7169235" providerId="ADAL" clId="{B28699F9-D3AD-254B-8344-15E0B00DB9F3}" dt="2026-03-31T13:15:50.867" v="3611"/>
          <ac:spMkLst>
            <pc:docMk/>
            <pc:sldMk cId="2517258553" sldId="394"/>
            <ac:spMk id="29" creationId="{D9C2B6C5-485C-A4DD-82AA-D630B8B87B42}"/>
          </ac:spMkLst>
        </pc:spChg>
        <pc:spChg chg="mod">
          <ac:chgData name="Tang, Ruixuan" userId="218e1d3e-8893-41f1-b7a4-0c24a7169235" providerId="ADAL" clId="{B28699F9-D3AD-254B-8344-15E0B00DB9F3}" dt="2026-03-31T13:15:50.867" v="3611"/>
          <ac:spMkLst>
            <pc:docMk/>
            <pc:sldMk cId="2517258553" sldId="394"/>
            <ac:spMk id="31" creationId="{3A3D24EF-6EE3-7C6A-78ED-0F5F8CAB6AB3}"/>
          </ac:spMkLst>
        </pc:spChg>
        <pc:spChg chg="mod">
          <ac:chgData name="Tang, Ruixuan" userId="218e1d3e-8893-41f1-b7a4-0c24a7169235" providerId="ADAL" clId="{B28699F9-D3AD-254B-8344-15E0B00DB9F3}" dt="2026-03-31T13:16:57.478" v="3640"/>
          <ac:spMkLst>
            <pc:docMk/>
            <pc:sldMk cId="2517258553" sldId="394"/>
            <ac:spMk id="34" creationId="{5B0B4D47-9403-D0C5-8761-9B87A3CD752C}"/>
          </ac:spMkLst>
        </pc:spChg>
        <pc:spChg chg="add del mod">
          <ac:chgData name="Tang, Ruixuan" userId="218e1d3e-8893-41f1-b7a4-0c24a7169235" providerId="ADAL" clId="{B28699F9-D3AD-254B-8344-15E0B00DB9F3}" dt="2026-03-31T13:57:49.030" v="5467" actId="478"/>
          <ac:spMkLst>
            <pc:docMk/>
            <pc:sldMk cId="2517258553" sldId="394"/>
            <ac:spMk id="36" creationId="{D0565646-1626-4513-C39B-B4AC0CE840FD}"/>
          </ac:spMkLst>
        </pc:spChg>
        <pc:grpChg chg="add del mod">
          <ac:chgData name="Tang, Ruixuan" userId="218e1d3e-8893-41f1-b7a4-0c24a7169235" providerId="ADAL" clId="{B28699F9-D3AD-254B-8344-15E0B00DB9F3}" dt="2026-03-31T13:03:50.455" v="3248" actId="164"/>
          <ac:grpSpMkLst>
            <pc:docMk/>
            <pc:sldMk cId="2517258553" sldId="394"/>
            <ac:grpSpMk id="14" creationId="{BDCF8CE5-E38D-B152-ED35-1E538F4E77AB}"/>
          </ac:grpSpMkLst>
        </pc:grpChg>
        <pc:grpChg chg="add mod">
          <ac:chgData name="Tang, Ruixuan" userId="218e1d3e-8893-41f1-b7a4-0c24a7169235" providerId="ADAL" clId="{B28699F9-D3AD-254B-8344-15E0B00DB9F3}" dt="2026-03-31T13:04:15.753" v="3251" actId="14100"/>
          <ac:grpSpMkLst>
            <pc:docMk/>
            <pc:sldMk cId="2517258553" sldId="394"/>
            <ac:grpSpMk id="15" creationId="{EEB188C7-66AD-9DD7-4F0C-1E93791F17E8}"/>
          </ac:grpSpMkLst>
        </pc:grpChg>
        <pc:grpChg chg="add mod">
          <ac:chgData name="Tang, Ruixuan" userId="218e1d3e-8893-41f1-b7a4-0c24a7169235" providerId="ADAL" clId="{B28699F9-D3AD-254B-8344-15E0B00DB9F3}" dt="2026-03-31T13:15:50.867" v="3611"/>
          <ac:grpSpMkLst>
            <pc:docMk/>
            <pc:sldMk cId="2517258553" sldId="394"/>
            <ac:grpSpMk id="25" creationId="{9E1604BB-C2CF-08AE-AAB3-813756261206}"/>
          </ac:grpSpMkLst>
        </pc:grpChg>
        <pc:grpChg chg="add mod">
          <ac:chgData name="Tang, Ruixuan" userId="218e1d3e-8893-41f1-b7a4-0c24a7169235" providerId="ADAL" clId="{B28699F9-D3AD-254B-8344-15E0B00DB9F3}" dt="2026-03-31T13:58:04.328" v="5472" actId="1076"/>
          <ac:grpSpMkLst>
            <pc:docMk/>
            <pc:sldMk cId="2517258553" sldId="394"/>
            <ac:grpSpMk id="32" creationId="{8EB8AC82-7EF1-93A4-FDBC-B2B6CC3EDD1D}"/>
          </ac:grpSpMkLst>
        </pc:grpChg>
        <pc:picChg chg="add mod">
          <ac:chgData name="Tang, Ruixuan" userId="218e1d3e-8893-41f1-b7a4-0c24a7169235" providerId="ADAL" clId="{B28699F9-D3AD-254B-8344-15E0B00DB9F3}" dt="2026-03-31T13:58:07.970" v="5473" actId="1076"/>
          <ac:picMkLst>
            <pc:docMk/>
            <pc:sldMk cId="2517258553" sldId="394"/>
            <ac:picMk id="23" creationId="{A0260508-0B32-AA2D-DF33-BEF9094CDCAE}"/>
          </ac:picMkLst>
        </pc:picChg>
        <pc:picChg chg="add del mod">
          <ac:chgData name="Tang, Ruixuan" userId="218e1d3e-8893-41f1-b7a4-0c24a7169235" providerId="ADAL" clId="{B28699F9-D3AD-254B-8344-15E0B00DB9F3}" dt="2026-03-31T13:57:50.388" v="5468" actId="478"/>
          <ac:picMkLst>
            <pc:docMk/>
            <pc:sldMk cId="2517258553" sldId="394"/>
            <ac:picMk id="24" creationId="{AC31C528-E83F-B5C0-2DA6-D2D571EDBCB1}"/>
          </ac:picMkLst>
        </pc:picChg>
        <pc:picChg chg="mod">
          <ac:chgData name="Tang, Ruixuan" userId="218e1d3e-8893-41f1-b7a4-0c24a7169235" providerId="ADAL" clId="{B28699F9-D3AD-254B-8344-15E0B00DB9F3}" dt="2026-03-31T13:16:57.478" v="3640"/>
          <ac:picMkLst>
            <pc:docMk/>
            <pc:sldMk cId="2517258553" sldId="394"/>
            <ac:picMk id="33" creationId="{C5F691A2-140B-25F6-9E5E-0F976D36A0A0}"/>
          </ac:picMkLst>
        </pc:picChg>
        <pc:cxnChg chg="add mod topLvl">
          <ac:chgData name="Tang, Ruixuan" userId="218e1d3e-8893-41f1-b7a4-0c24a7169235" providerId="ADAL" clId="{B28699F9-D3AD-254B-8344-15E0B00DB9F3}" dt="2026-03-31T13:03:50.455" v="3248" actId="164"/>
          <ac:cxnSpMkLst>
            <pc:docMk/>
            <pc:sldMk cId="2517258553" sldId="394"/>
            <ac:cxnSpMk id="8" creationId="{894BC3A8-64B9-A191-AC41-07990DC4F4D4}"/>
          </ac:cxnSpMkLst>
        </pc:cxnChg>
        <pc:cxnChg chg="add mod topLvl">
          <ac:chgData name="Tang, Ruixuan" userId="218e1d3e-8893-41f1-b7a4-0c24a7169235" providerId="ADAL" clId="{B28699F9-D3AD-254B-8344-15E0B00DB9F3}" dt="2026-03-31T13:03:50.455" v="3248" actId="164"/>
          <ac:cxnSpMkLst>
            <pc:docMk/>
            <pc:sldMk cId="2517258553" sldId="394"/>
            <ac:cxnSpMk id="10" creationId="{D7EE9BD1-2FBA-E12E-B55C-885763D68626}"/>
          </ac:cxnSpMkLst>
        </pc:cxnChg>
        <pc:cxnChg chg="add mod topLvl">
          <ac:chgData name="Tang, Ruixuan" userId="218e1d3e-8893-41f1-b7a4-0c24a7169235" providerId="ADAL" clId="{B28699F9-D3AD-254B-8344-15E0B00DB9F3}" dt="2026-03-31T13:03:50.455" v="3248" actId="164"/>
          <ac:cxnSpMkLst>
            <pc:docMk/>
            <pc:sldMk cId="2517258553" sldId="394"/>
            <ac:cxnSpMk id="12" creationId="{B15B3BC0-7006-BC3E-6DF9-C7F9F77A736A}"/>
          </ac:cxnSpMkLst>
        </pc:cxnChg>
        <pc:cxnChg chg="mod">
          <ac:chgData name="Tang, Ruixuan" userId="218e1d3e-8893-41f1-b7a4-0c24a7169235" providerId="ADAL" clId="{B28699F9-D3AD-254B-8344-15E0B00DB9F3}" dt="2026-03-31T13:04:12.462" v="3249"/>
          <ac:cxnSpMkLst>
            <pc:docMk/>
            <pc:sldMk cId="2517258553" sldId="394"/>
            <ac:cxnSpMk id="17" creationId="{220F335E-F45B-D98F-922B-DF292573339F}"/>
          </ac:cxnSpMkLst>
        </pc:cxnChg>
        <pc:cxnChg chg="mod">
          <ac:chgData name="Tang, Ruixuan" userId="218e1d3e-8893-41f1-b7a4-0c24a7169235" providerId="ADAL" clId="{B28699F9-D3AD-254B-8344-15E0B00DB9F3}" dt="2026-03-31T13:04:12.462" v="3249"/>
          <ac:cxnSpMkLst>
            <pc:docMk/>
            <pc:sldMk cId="2517258553" sldId="394"/>
            <ac:cxnSpMk id="19" creationId="{A22F58CE-C647-3EC7-306E-51EE9EC9BCA6}"/>
          </ac:cxnSpMkLst>
        </pc:cxnChg>
        <pc:cxnChg chg="mod">
          <ac:chgData name="Tang, Ruixuan" userId="218e1d3e-8893-41f1-b7a4-0c24a7169235" providerId="ADAL" clId="{B28699F9-D3AD-254B-8344-15E0B00DB9F3}" dt="2026-03-31T13:04:12.462" v="3249"/>
          <ac:cxnSpMkLst>
            <pc:docMk/>
            <pc:sldMk cId="2517258553" sldId="394"/>
            <ac:cxnSpMk id="21" creationId="{9F09B79D-10FC-F554-9F4E-E463802DDB27}"/>
          </ac:cxnSpMkLst>
        </pc:cxnChg>
        <pc:cxnChg chg="mod">
          <ac:chgData name="Tang, Ruixuan" userId="218e1d3e-8893-41f1-b7a4-0c24a7169235" providerId="ADAL" clId="{B28699F9-D3AD-254B-8344-15E0B00DB9F3}" dt="2026-03-31T13:15:50.867" v="3611"/>
          <ac:cxnSpMkLst>
            <pc:docMk/>
            <pc:sldMk cId="2517258553" sldId="394"/>
            <ac:cxnSpMk id="28" creationId="{990A5E63-1A76-C822-DA0C-A84BA446D96C}"/>
          </ac:cxnSpMkLst>
        </pc:cxnChg>
        <pc:cxnChg chg="mod">
          <ac:chgData name="Tang, Ruixuan" userId="218e1d3e-8893-41f1-b7a4-0c24a7169235" providerId="ADAL" clId="{B28699F9-D3AD-254B-8344-15E0B00DB9F3}" dt="2026-03-31T13:15:50.867" v="3611"/>
          <ac:cxnSpMkLst>
            <pc:docMk/>
            <pc:sldMk cId="2517258553" sldId="394"/>
            <ac:cxnSpMk id="30" creationId="{71B35114-B06C-9DB8-92C2-1F51361C1B16}"/>
          </ac:cxnSpMkLst>
        </pc:cxnChg>
      </pc:sldChg>
      <pc:sldChg chg="delSp modSp new mod">
        <pc:chgData name="Tang, Ruixuan" userId="218e1d3e-8893-41f1-b7a4-0c24a7169235" providerId="ADAL" clId="{B28699F9-D3AD-254B-8344-15E0B00DB9F3}" dt="2026-03-31T13:33:50.142" v="4406" actId="478"/>
        <pc:sldMkLst>
          <pc:docMk/>
          <pc:sldMk cId="2063425322" sldId="395"/>
        </pc:sldMkLst>
        <pc:spChg chg="mod">
          <ac:chgData name="Tang, Ruixuan" userId="218e1d3e-8893-41f1-b7a4-0c24a7169235" providerId="ADAL" clId="{B28699F9-D3AD-254B-8344-15E0B00DB9F3}" dt="2026-03-31T13:33:38.481" v="4405" actId="20577"/>
          <ac:spMkLst>
            <pc:docMk/>
            <pc:sldMk cId="2063425322" sldId="395"/>
            <ac:spMk id="2" creationId="{77407D54-3A47-6E23-A900-4DAD921652F2}"/>
          </ac:spMkLst>
        </pc:spChg>
        <pc:spChg chg="del">
          <ac:chgData name="Tang, Ruixuan" userId="218e1d3e-8893-41f1-b7a4-0c24a7169235" providerId="ADAL" clId="{B28699F9-D3AD-254B-8344-15E0B00DB9F3}" dt="2026-03-31T13:33:50.142" v="4406" actId="478"/>
          <ac:spMkLst>
            <pc:docMk/>
            <pc:sldMk cId="2063425322" sldId="395"/>
            <ac:spMk id="3" creationId="{E334D7EC-2A0E-FDB2-2300-E8EEF58BF96E}"/>
          </ac:spMkLst>
        </pc:spChg>
      </pc:sldChg>
    </pc:docChg>
  </pc:docChgLst>
  <pc:docChgLst>
    <pc:chgData name="Tang, Ruixuan" userId="218e1d3e-8893-41f1-b7a4-0c24a7169235" providerId="ADAL" clId="{41F067B8-DC89-4CF8-8ED6-0658CC4A572F}"/>
    <pc:docChg chg="undo custSel addSld delSld modSld">
      <pc:chgData name="Tang, Ruixuan" userId="218e1d3e-8893-41f1-b7a4-0c24a7169235" providerId="ADAL" clId="{41F067B8-DC89-4CF8-8ED6-0658CC4A572F}" dt="2026-04-14T14:24:23.882" v="4184" actId="20577"/>
      <pc:docMkLst>
        <pc:docMk/>
      </pc:docMkLst>
      <pc:sldChg chg="modSp mod">
        <pc:chgData name="Tang, Ruixuan" userId="218e1d3e-8893-41f1-b7a4-0c24a7169235" providerId="ADAL" clId="{41F067B8-DC89-4CF8-8ED6-0658CC4A572F}" dt="2026-04-14T11:22:46.008" v="20" actId="313"/>
        <pc:sldMkLst>
          <pc:docMk/>
          <pc:sldMk cId="63802228" sldId="260"/>
        </pc:sldMkLst>
        <pc:graphicFrameChg chg="modGraphic">
          <ac:chgData name="Tang, Ruixuan" userId="218e1d3e-8893-41f1-b7a4-0c24a7169235" providerId="ADAL" clId="{41F067B8-DC89-4CF8-8ED6-0658CC4A572F}" dt="2026-04-14T11:22:46.008" v="20" actId="313"/>
          <ac:graphicFrameMkLst>
            <pc:docMk/>
            <pc:sldMk cId="63802228" sldId="260"/>
            <ac:graphicFrameMk id="5" creationId="{3C5DCD01-A722-3A3A-FF91-4798AC0D6DFC}"/>
          </ac:graphicFrameMkLst>
        </pc:graphicFrameChg>
      </pc:sldChg>
      <pc:sldChg chg="modSp mod">
        <pc:chgData name="Tang, Ruixuan" userId="218e1d3e-8893-41f1-b7a4-0c24a7169235" providerId="ADAL" clId="{41F067B8-DC89-4CF8-8ED6-0658CC4A572F}" dt="2026-04-14T11:21:29.769" v="3" actId="20577"/>
        <pc:sldMkLst>
          <pc:docMk/>
          <pc:sldMk cId="2109493621" sldId="341"/>
        </pc:sldMkLst>
        <pc:spChg chg="mod">
          <ac:chgData name="Tang, Ruixuan" userId="218e1d3e-8893-41f1-b7a4-0c24a7169235" providerId="ADAL" clId="{41F067B8-DC89-4CF8-8ED6-0658CC4A572F}" dt="2026-04-14T11:21:29.769" v="3" actId="20577"/>
          <ac:spMkLst>
            <pc:docMk/>
            <pc:sldMk cId="2109493621" sldId="341"/>
            <ac:spMk id="2" creationId="{358BD015-8208-A241-810D-E329330D0B37}"/>
          </ac:spMkLst>
        </pc:spChg>
      </pc:sldChg>
      <pc:sldChg chg="modSp mod">
        <pc:chgData name="Tang, Ruixuan" userId="218e1d3e-8893-41f1-b7a4-0c24a7169235" providerId="ADAL" clId="{41F067B8-DC89-4CF8-8ED6-0658CC4A572F}" dt="2026-04-14T11:28:17.747" v="243" actId="20577"/>
        <pc:sldMkLst>
          <pc:docMk/>
          <pc:sldMk cId="3644140579" sldId="360"/>
        </pc:sldMkLst>
        <pc:spChg chg="mod">
          <ac:chgData name="Tang, Ruixuan" userId="218e1d3e-8893-41f1-b7a4-0c24a7169235" providerId="ADAL" clId="{41F067B8-DC89-4CF8-8ED6-0658CC4A572F}" dt="2026-04-14T11:28:17.747" v="243" actId="20577"/>
          <ac:spMkLst>
            <pc:docMk/>
            <pc:sldMk cId="3644140579" sldId="360"/>
            <ac:spMk id="3" creationId="{31CCCA73-7E70-8162-90F6-85DE3FE77084}"/>
          </ac:spMkLst>
        </pc:spChg>
      </pc:sldChg>
      <pc:sldChg chg="modSp mod">
        <pc:chgData name="Tang, Ruixuan" userId="218e1d3e-8893-41f1-b7a4-0c24a7169235" providerId="ADAL" clId="{41F067B8-DC89-4CF8-8ED6-0658CC4A572F}" dt="2026-04-14T11:22:29.122" v="19" actId="113"/>
        <pc:sldMkLst>
          <pc:docMk/>
          <pc:sldMk cId="2709536400" sldId="377"/>
        </pc:sldMkLst>
        <pc:spChg chg="mod">
          <ac:chgData name="Tang, Ruixuan" userId="218e1d3e-8893-41f1-b7a4-0c24a7169235" providerId="ADAL" clId="{41F067B8-DC89-4CF8-8ED6-0658CC4A572F}" dt="2026-04-14T11:22:29.122" v="19" actId="113"/>
          <ac:spMkLst>
            <pc:docMk/>
            <pc:sldMk cId="2709536400" sldId="377"/>
            <ac:spMk id="3" creationId="{3B820E7E-563E-D502-D154-AFB7AF3EC9EC}"/>
          </ac:spMkLst>
        </pc:spChg>
      </pc:sldChg>
      <pc:sldChg chg="del">
        <pc:chgData name="Tang, Ruixuan" userId="218e1d3e-8893-41f1-b7a4-0c24a7169235" providerId="ADAL" clId="{41F067B8-DC89-4CF8-8ED6-0658CC4A572F}" dt="2026-04-14T14:05:40.464" v="3312" actId="47"/>
        <pc:sldMkLst>
          <pc:docMk/>
          <pc:sldMk cId="1856400400" sldId="380"/>
        </pc:sldMkLst>
      </pc:sldChg>
      <pc:sldChg chg="modSp mod">
        <pc:chgData name="Tang, Ruixuan" userId="218e1d3e-8893-41f1-b7a4-0c24a7169235" providerId="ADAL" clId="{41F067B8-DC89-4CF8-8ED6-0658CC4A572F}" dt="2026-04-14T11:35:36.810" v="380" actId="20577"/>
        <pc:sldMkLst>
          <pc:docMk/>
          <pc:sldMk cId="4212908319" sldId="383"/>
        </pc:sldMkLst>
        <pc:spChg chg="mod">
          <ac:chgData name="Tang, Ruixuan" userId="218e1d3e-8893-41f1-b7a4-0c24a7169235" providerId="ADAL" clId="{41F067B8-DC89-4CF8-8ED6-0658CC4A572F}" dt="2026-04-14T11:35:36.810" v="380" actId="20577"/>
          <ac:spMkLst>
            <pc:docMk/>
            <pc:sldMk cId="4212908319" sldId="383"/>
            <ac:spMk id="3" creationId="{ABEBFAFB-D131-27EE-C66C-1F69B3F8A3F5}"/>
          </ac:spMkLst>
        </pc:spChg>
      </pc:sldChg>
      <pc:sldChg chg="del">
        <pc:chgData name="Tang, Ruixuan" userId="218e1d3e-8893-41f1-b7a4-0c24a7169235" providerId="ADAL" clId="{41F067B8-DC89-4CF8-8ED6-0658CC4A572F}" dt="2026-04-14T14:05:43.809" v="3313" actId="47"/>
        <pc:sldMkLst>
          <pc:docMk/>
          <pc:sldMk cId="1897396983" sldId="384"/>
        </pc:sldMkLst>
      </pc:sldChg>
      <pc:sldChg chg="del">
        <pc:chgData name="Tang, Ruixuan" userId="218e1d3e-8893-41f1-b7a4-0c24a7169235" providerId="ADAL" clId="{41F067B8-DC89-4CF8-8ED6-0658CC4A572F}" dt="2026-04-14T14:05:46.114" v="3314" actId="47"/>
        <pc:sldMkLst>
          <pc:docMk/>
          <pc:sldMk cId="1406550472" sldId="385"/>
        </pc:sldMkLst>
      </pc:sldChg>
      <pc:sldChg chg="addSp modSp mod modNotesTx">
        <pc:chgData name="Tang, Ruixuan" userId="218e1d3e-8893-41f1-b7a4-0c24a7169235" providerId="ADAL" clId="{41F067B8-DC89-4CF8-8ED6-0658CC4A572F}" dt="2026-04-14T12:25:54.248" v="1482" actId="20577"/>
        <pc:sldMkLst>
          <pc:docMk/>
          <pc:sldMk cId="4054024650" sldId="387"/>
        </pc:sldMkLst>
        <pc:spChg chg="mod">
          <ac:chgData name="Tang, Ruixuan" userId="218e1d3e-8893-41f1-b7a4-0c24a7169235" providerId="ADAL" clId="{41F067B8-DC89-4CF8-8ED6-0658CC4A572F}" dt="2026-04-14T12:25:17.690" v="1478" actId="20577"/>
          <ac:spMkLst>
            <pc:docMk/>
            <pc:sldMk cId="4054024650" sldId="387"/>
            <ac:spMk id="3" creationId="{ABEBFAFB-D131-27EE-C66C-1F69B3F8A3F5}"/>
          </ac:spMkLst>
        </pc:spChg>
        <pc:spChg chg="add mod">
          <ac:chgData name="Tang, Ruixuan" userId="218e1d3e-8893-41f1-b7a4-0c24a7169235" providerId="ADAL" clId="{41F067B8-DC89-4CF8-8ED6-0658CC4A572F}" dt="2026-04-14T12:25:54.248" v="1482" actId="20577"/>
          <ac:spMkLst>
            <pc:docMk/>
            <pc:sldMk cId="4054024650" sldId="387"/>
            <ac:spMk id="5" creationId="{01ABA901-105C-B389-E31A-07250D31C4EE}"/>
          </ac:spMkLst>
        </pc:spChg>
      </pc:sldChg>
      <pc:sldChg chg="modSp mod">
        <pc:chgData name="Tang, Ruixuan" userId="218e1d3e-8893-41f1-b7a4-0c24a7169235" providerId="ADAL" clId="{41F067B8-DC89-4CF8-8ED6-0658CC4A572F}" dt="2026-04-14T12:30:18.797" v="1754"/>
        <pc:sldMkLst>
          <pc:docMk/>
          <pc:sldMk cId="1935304029" sldId="388"/>
        </pc:sldMkLst>
        <pc:spChg chg="mod">
          <ac:chgData name="Tang, Ruixuan" userId="218e1d3e-8893-41f1-b7a4-0c24a7169235" providerId="ADAL" clId="{41F067B8-DC89-4CF8-8ED6-0658CC4A572F}" dt="2026-04-14T12:30:18.797" v="1754"/>
          <ac:spMkLst>
            <pc:docMk/>
            <pc:sldMk cId="1935304029" sldId="388"/>
            <ac:spMk id="3" creationId="{ABEBFAFB-D131-27EE-C66C-1F69B3F8A3F5}"/>
          </ac:spMkLst>
        </pc:spChg>
      </pc:sldChg>
      <pc:sldChg chg="modSp mod">
        <pc:chgData name="Tang, Ruixuan" userId="218e1d3e-8893-41f1-b7a4-0c24a7169235" providerId="ADAL" clId="{41F067B8-DC89-4CF8-8ED6-0658CC4A572F}" dt="2026-04-14T12:38:05.757" v="1992" actId="20577"/>
        <pc:sldMkLst>
          <pc:docMk/>
          <pc:sldMk cId="4120792325" sldId="390"/>
        </pc:sldMkLst>
        <pc:spChg chg="mod">
          <ac:chgData name="Tang, Ruixuan" userId="218e1d3e-8893-41f1-b7a4-0c24a7169235" providerId="ADAL" clId="{41F067B8-DC89-4CF8-8ED6-0658CC4A572F}" dt="2026-04-14T11:48:11.999" v="900" actId="20577"/>
          <ac:spMkLst>
            <pc:docMk/>
            <pc:sldMk cId="4120792325" sldId="390"/>
            <ac:spMk id="2" creationId="{B0E31E7D-8AC2-DF63-DC72-AED565069464}"/>
          </ac:spMkLst>
        </pc:spChg>
        <pc:spChg chg="mod">
          <ac:chgData name="Tang, Ruixuan" userId="218e1d3e-8893-41f1-b7a4-0c24a7169235" providerId="ADAL" clId="{41F067B8-DC89-4CF8-8ED6-0658CC4A572F}" dt="2026-04-14T12:38:05.757" v="1992" actId="20577"/>
          <ac:spMkLst>
            <pc:docMk/>
            <pc:sldMk cId="4120792325" sldId="390"/>
            <ac:spMk id="3" creationId="{5975BB8F-8F6A-DE22-7D73-D6A27C21B4D7}"/>
          </ac:spMkLst>
        </pc:spChg>
      </pc:sldChg>
      <pc:sldChg chg="del">
        <pc:chgData name="Tang, Ruixuan" userId="218e1d3e-8893-41f1-b7a4-0c24a7169235" providerId="ADAL" clId="{41F067B8-DC89-4CF8-8ED6-0658CC4A572F}" dt="2026-04-14T14:05:36.215" v="3311" actId="47"/>
        <pc:sldMkLst>
          <pc:docMk/>
          <pc:sldMk cId="1801868618" sldId="392"/>
        </pc:sldMkLst>
      </pc:sldChg>
      <pc:sldChg chg="modNotesTx">
        <pc:chgData name="Tang, Ruixuan" userId="218e1d3e-8893-41f1-b7a4-0c24a7169235" providerId="ADAL" clId="{41F067B8-DC89-4CF8-8ED6-0658CC4A572F}" dt="2026-04-14T11:43:42.587" v="682" actId="20577"/>
        <pc:sldMkLst>
          <pc:docMk/>
          <pc:sldMk cId="379807557" sldId="404"/>
        </pc:sldMkLst>
      </pc:sldChg>
      <pc:sldChg chg="modNotesTx">
        <pc:chgData name="Tang, Ruixuan" userId="218e1d3e-8893-41f1-b7a4-0c24a7169235" providerId="ADAL" clId="{41F067B8-DC89-4CF8-8ED6-0658CC4A572F}" dt="2026-04-14T11:45:26.244" v="861" actId="20577"/>
        <pc:sldMkLst>
          <pc:docMk/>
          <pc:sldMk cId="1774156644" sldId="405"/>
        </pc:sldMkLst>
      </pc:sldChg>
      <pc:sldChg chg="modSp mod">
        <pc:chgData name="Tang, Ruixuan" userId="218e1d3e-8893-41f1-b7a4-0c24a7169235" providerId="ADAL" clId="{41F067B8-DC89-4CF8-8ED6-0658CC4A572F}" dt="2026-04-14T14:21:08.379" v="4053" actId="20577"/>
        <pc:sldMkLst>
          <pc:docMk/>
          <pc:sldMk cId="317464328" sldId="408"/>
        </pc:sldMkLst>
        <pc:spChg chg="mod">
          <ac:chgData name="Tang, Ruixuan" userId="218e1d3e-8893-41f1-b7a4-0c24a7169235" providerId="ADAL" clId="{41F067B8-DC89-4CF8-8ED6-0658CC4A572F}" dt="2026-04-14T13:46:02.793" v="2302" actId="20577"/>
          <ac:spMkLst>
            <pc:docMk/>
            <pc:sldMk cId="317464328" sldId="408"/>
            <ac:spMk id="2" creationId="{2A3B202C-4417-7600-4833-95171E5271A4}"/>
          </ac:spMkLst>
        </pc:spChg>
        <pc:spChg chg="mod">
          <ac:chgData name="Tang, Ruixuan" userId="218e1d3e-8893-41f1-b7a4-0c24a7169235" providerId="ADAL" clId="{41F067B8-DC89-4CF8-8ED6-0658CC4A572F}" dt="2026-04-14T14:21:08.379" v="4053" actId="20577"/>
          <ac:spMkLst>
            <pc:docMk/>
            <pc:sldMk cId="317464328" sldId="408"/>
            <ac:spMk id="3" creationId="{04EEA490-977B-2E4B-0DC1-07D5C4AC0D36}"/>
          </ac:spMkLst>
        </pc:spChg>
      </pc:sldChg>
      <pc:sldChg chg="addSp delSp modSp new mod">
        <pc:chgData name="Tang, Ruixuan" userId="218e1d3e-8893-41f1-b7a4-0c24a7169235" providerId="ADAL" clId="{41F067B8-DC89-4CF8-8ED6-0658CC4A572F}" dt="2026-04-14T13:44:09.863" v="2279" actId="313"/>
        <pc:sldMkLst>
          <pc:docMk/>
          <pc:sldMk cId="2787377139" sldId="409"/>
        </pc:sldMkLst>
        <pc:spChg chg="mod">
          <ac:chgData name="Tang, Ruixuan" userId="218e1d3e-8893-41f1-b7a4-0c24a7169235" providerId="ADAL" clId="{41F067B8-DC89-4CF8-8ED6-0658CC4A572F}" dt="2026-04-14T13:44:09.863" v="2279" actId="313"/>
          <ac:spMkLst>
            <pc:docMk/>
            <pc:sldMk cId="2787377139" sldId="409"/>
            <ac:spMk id="2" creationId="{A1540A73-575A-CDB1-437C-6B3CCC226AE8}"/>
          </ac:spMkLst>
        </pc:spChg>
        <pc:spChg chg="del mod">
          <ac:chgData name="Tang, Ruixuan" userId="218e1d3e-8893-41f1-b7a4-0c24a7169235" providerId="ADAL" clId="{41F067B8-DC89-4CF8-8ED6-0658CC4A572F}" dt="2026-04-14T13:41:54.126" v="2193" actId="478"/>
          <ac:spMkLst>
            <pc:docMk/>
            <pc:sldMk cId="2787377139" sldId="409"/>
            <ac:spMk id="3" creationId="{519C54AA-8437-01CA-1FF8-D2286FABFA8C}"/>
          </ac:spMkLst>
        </pc:spChg>
        <pc:spChg chg="add mod">
          <ac:chgData name="Tang, Ruixuan" userId="218e1d3e-8893-41f1-b7a4-0c24a7169235" providerId="ADAL" clId="{41F067B8-DC89-4CF8-8ED6-0658CC4A572F}" dt="2026-04-14T13:43:26.118" v="2246" actId="313"/>
          <ac:spMkLst>
            <pc:docMk/>
            <pc:sldMk cId="2787377139" sldId="409"/>
            <ac:spMk id="9" creationId="{47793329-5965-666A-22C5-829A6FACD1E8}"/>
          </ac:spMkLst>
        </pc:spChg>
        <pc:spChg chg="add mod">
          <ac:chgData name="Tang, Ruixuan" userId="218e1d3e-8893-41f1-b7a4-0c24a7169235" providerId="ADAL" clId="{41F067B8-DC89-4CF8-8ED6-0658CC4A572F}" dt="2026-04-14T13:43:46.228" v="2254" actId="1076"/>
          <ac:spMkLst>
            <pc:docMk/>
            <pc:sldMk cId="2787377139" sldId="409"/>
            <ac:spMk id="10" creationId="{62CD0AEC-2051-69FC-243D-27BD06C76A86}"/>
          </ac:spMkLst>
        </pc:spChg>
        <pc:picChg chg="add mod">
          <ac:chgData name="Tang, Ruixuan" userId="218e1d3e-8893-41f1-b7a4-0c24a7169235" providerId="ADAL" clId="{41F067B8-DC89-4CF8-8ED6-0658CC4A572F}" dt="2026-04-14T13:42:59.140" v="2203" actId="1076"/>
          <ac:picMkLst>
            <pc:docMk/>
            <pc:sldMk cId="2787377139" sldId="409"/>
            <ac:picMk id="6" creationId="{7973000B-5161-52B0-4F98-7A9805656EA6}"/>
          </ac:picMkLst>
        </pc:picChg>
        <pc:picChg chg="add mod">
          <ac:chgData name="Tang, Ruixuan" userId="218e1d3e-8893-41f1-b7a4-0c24a7169235" providerId="ADAL" clId="{41F067B8-DC89-4CF8-8ED6-0658CC4A572F}" dt="2026-04-14T13:43:05.840" v="2205" actId="14100"/>
          <ac:picMkLst>
            <pc:docMk/>
            <pc:sldMk cId="2787377139" sldId="409"/>
            <ac:picMk id="8" creationId="{B78993FE-10E9-56E5-CEC8-538E91280203}"/>
          </ac:picMkLst>
        </pc:picChg>
      </pc:sldChg>
      <pc:sldChg chg="modSp new mod">
        <pc:chgData name="Tang, Ruixuan" userId="218e1d3e-8893-41f1-b7a4-0c24a7169235" providerId="ADAL" clId="{41F067B8-DC89-4CF8-8ED6-0658CC4A572F}" dt="2026-04-14T14:24:23.882" v="4184" actId="20577"/>
        <pc:sldMkLst>
          <pc:docMk/>
          <pc:sldMk cId="3171881034" sldId="410"/>
        </pc:sldMkLst>
        <pc:spChg chg="mod">
          <ac:chgData name="Tang, Ruixuan" userId="218e1d3e-8893-41f1-b7a4-0c24a7169235" providerId="ADAL" clId="{41F067B8-DC89-4CF8-8ED6-0658CC4A572F}" dt="2026-04-14T14:03:36.713" v="3310" actId="20577"/>
          <ac:spMkLst>
            <pc:docMk/>
            <pc:sldMk cId="3171881034" sldId="410"/>
            <ac:spMk id="2" creationId="{7B69223C-9783-BA83-C6A7-2CBDD043F468}"/>
          </ac:spMkLst>
        </pc:spChg>
        <pc:spChg chg="mod">
          <ac:chgData name="Tang, Ruixuan" userId="218e1d3e-8893-41f1-b7a4-0c24a7169235" providerId="ADAL" clId="{41F067B8-DC89-4CF8-8ED6-0658CC4A572F}" dt="2026-04-14T14:24:23.882" v="4184" actId="20577"/>
          <ac:spMkLst>
            <pc:docMk/>
            <pc:sldMk cId="3171881034" sldId="410"/>
            <ac:spMk id="3" creationId="{406AA8F2-3DD6-BE58-0190-6E8FC9E90FBC}"/>
          </ac:spMkLst>
        </pc:spChg>
      </pc:sldChg>
    </pc:docChg>
  </pc:docChgLst>
  <pc:docChgLst>
    <pc:chgData name="Tang, Ruixuan" userId="218e1d3e-8893-41f1-b7a4-0c24a7169235" providerId="ADAL" clId="{CF192B8D-E727-4815-9247-51DA08A8AAF4}"/>
    <pc:docChg chg="undo custSel addSld modSld">
      <pc:chgData name="Tang, Ruixuan" userId="218e1d3e-8893-41f1-b7a4-0c24a7169235" providerId="ADAL" clId="{CF192B8D-E727-4815-9247-51DA08A8AAF4}" dt="2026-03-26T22:27:44.517" v="1051" actId="20577"/>
      <pc:docMkLst>
        <pc:docMk/>
      </pc:docMkLst>
      <pc:sldChg chg="addSp modSp new mod">
        <pc:chgData name="Tang, Ruixuan" userId="218e1d3e-8893-41f1-b7a4-0c24a7169235" providerId="ADAL" clId="{CF192B8D-E727-4815-9247-51DA08A8AAF4}" dt="2026-03-26T22:17:53.655" v="37" actId="12788"/>
        <pc:sldMkLst>
          <pc:docMk/>
          <pc:sldMk cId="2047396526" sldId="352"/>
        </pc:sldMkLst>
        <pc:spChg chg="mod">
          <ac:chgData name="Tang, Ruixuan" userId="218e1d3e-8893-41f1-b7a4-0c24a7169235" providerId="ADAL" clId="{CF192B8D-E727-4815-9247-51DA08A8AAF4}" dt="2026-03-26T22:15:23.551" v="1"/>
          <ac:spMkLst>
            <pc:docMk/>
            <pc:sldMk cId="2047396526" sldId="352"/>
            <ac:spMk id="2" creationId="{41DAF575-57C8-44F2-BC64-5E0AC092E701}"/>
          </ac:spMkLst>
        </pc:spChg>
        <pc:spChg chg="mod">
          <ac:chgData name="Tang, Ruixuan" userId="218e1d3e-8893-41f1-b7a4-0c24a7169235" providerId="ADAL" clId="{CF192B8D-E727-4815-9247-51DA08A8AAF4}" dt="2026-03-26T22:17:53.655" v="37" actId="12788"/>
          <ac:spMkLst>
            <pc:docMk/>
            <pc:sldMk cId="2047396526" sldId="352"/>
            <ac:spMk id="3" creationId="{48512C6E-8402-21DB-4FEE-0DB094B98395}"/>
          </ac:spMkLst>
        </pc:spChg>
        <pc:spChg chg="add mod">
          <ac:chgData name="Tang, Ruixuan" userId="218e1d3e-8893-41f1-b7a4-0c24a7169235" providerId="ADAL" clId="{CF192B8D-E727-4815-9247-51DA08A8AAF4}" dt="2026-03-26T22:16:23.094" v="14" actId="164"/>
          <ac:spMkLst>
            <pc:docMk/>
            <pc:sldMk cId="2047396526" sldId="352"/>
            <ac:spMk id="5" creationId="{8DC45E01-37AE-86D0-0A1C-A114FFE6814D}"/>
          </ac:spMkLst>
        </pc:spChg>
        <pc:spChg chg="add mod">
          <ac:chgData name="Tang, Ruixuan" userId="218e1d3e-8893-41f1-b7a4-0c24a7169235" providerId="ADAL" clId="{CF192B8D-E727-4815-9247-51DA08A8AAF4}" dt="2026-03-26T22:16:27.512" v="15" actId="164"/>
          <ac:spMkLst>
            <pc:docMk/>
            <pc:sldMk cId="2047396526" sldId="352"/>
            <ac:spMk id="6" creationId="{D335FAAE-E006-A7E9-02FB-4639BA72BED2}"/>
          </ac:spMkLst>
        </pc:spChg>
        <pc:spChg chg="add mod">
          <ac:chgData name="Tang, Ruixuan" userId="218e1d3e-8893-41f1-b7a4-0c24a7169235" providerId="ADAL" clId="{CF192B8D-E727-4815-9247-51DA08A8AAF4}" dt="2026-03-26T22:16:23.094" v="14" actId="164"/>
          <ac:spMkLst>
            <pc:docMk/>
            <pc:sldMk cId="2047396526" sldId="352"/>
            <ac:spMk id="9" creationId="{76C7BDB0-53FF-E71F-D23E-E4EC7D08F04E}"/>
          </ac:spMkLst>
        </pc:spChg>
        <pc:spChg chg="mod">
          <ac:chgData name="Tang, Ruixuan" userId="218e1d3e-8893-41f1-b7a4-0c24a7169235" providerId="ADAL" clId="{CF192B8D-E727-4815-9247-51DA08A8AAF4}" dt="2026-03-26T22:17:30.732" v="29" actId="571"/>
          <ac:spMkLst>
            <pc:docMk/>
            <pc:sldMk cId="2047396526" sldId="352"/>
            <ac:spMk id="13" creationId="{99D93DB0-E27F-2FC9-535B-ACD177BE63AF}"/>
          </ac:spMkLst>
        </pc:spChg>
        <pc:spChg chg="mod">
          <ac:chgData name="Tang, Ruixuan" userId="218e1d3e-8893-41f1-b7a4-0c24a7169235" providerId="ADAL" clId="{CF192B8D-E727-4815-9247-51DA08A8AAF4}" dt="2026-03-26T22:17:30.732" v="29" actId="571"/>
          <ac:spMkLst>
            <pc:docMk/>
            <pc:sldMk cId="2047396526" sldId="352"/>
            <ac:spMk id="16" creationId="{9AA94176-B336-FC94-1FB9-AD36B0B27947}"/>
          </ac:spMkLst>
        </pc:spChg>
        <pc:spChg chg="mod">
          <ac:chgData name="Tang, Ruixuan" userId="218e1d3e-8893-41f1-b7a4-0c24a7169235" providerId="ADAL" clId="{CF192B8D-E727-4815-9247-51DA08A8AAF4}" dt="2026-03-26T22:17:30.732" v="29" actId="571"/>
          <ac:spMkLst>
            <pc:docMk/>
            <pc:sldMk cId="2047396526" sldId="352"/>
            <ac:spMk id="18" creationId="{74B8242D-10CB-91A0-CA4C-ED871E807FBE}"/>
          </ac:spMkLst>
        </pc:spChg>
        <pc:grpChg chg="add mod">
          <ac:chgData name="Tang, Ruixuan" userId="218e1d3e-8893-41f1-b7a4-0c24a7169235" providerId="ADAL" clId="{CF192B8D-E727-4815-9247-51DA08A8AAF4}" dt="2026-03-26T22:17:38.432" v="32" actId="164"/>
          <ac:grpSpMkLst>
            <pc:docMk/>
            <pc:sldMk cId="2047396526" sldId="352"/>
            <ac:grpSpMk id="10" creationId="{A0D32673-3EF5-0C11-F8FA-C40E7F459851}"/>
          </ac:grpSpMkLst>
        </pc:grpChg>
        <pc:grpChg chg="add mod">
          <ac:chgData name="Tang, Ruixuan" userId="218e1d3e-8893-41f1-b7a4-0c24a7169235" providerId="ADAL" clId="{CF192B8D-E727-4815-9247-51DA08A8AAF4}" dt="2026-03-26T22:17:38.432" v="32" actId="164"/>
          <ac:grpSpMkLst>
            <pc:docMk/>
            <pc:sldMk cId="2047396526" sldId="352"/>
            <ac:grpSpMk id="11" creationId="{84A46220-85E7-8693-D53D-0E9E6A9E3594}"/>
          </ac:grpSpMkLst>
        </pc:grpChg>
        <pc:grpChg chg="add mod">
          <ac:chgData name="Tang, Ruixuan" userId="218e1d3e-8893-41f1-b7a4-0c24a7169235" providerId="ADAL" clId="{CF192B8D-E727-4815-9247-51DA08A8AAF4}" dt="2026-03-26T22:17:30.732" v="29" actId="571"/>
          <ac:grpSpMkLst>
            <pc:docMk/>
            <pc:sldMk cId="2047396526" sldId="352"/>
            <ac:grpSpMk id="12" creationId="{BC2F8BCC-20FB-700E-790E-653380A1CC0E}"/>
          </ac:grpSpMkLst>
        </pc:grpChg>
        <pc:grpChg chg="add mod">
          <ac:chgData name="Tang, Ruixuan" userId="218e1d3e-8893-41f1-b7a4-0c24a7169235" providerId="ADAL" clId="{CF192B8D-E727-4815-9247-51DA08A8AAF4}" dt="2026-03-26T22:17:30.732" v="29" actId="571"/>
          <ac:grpSpMkLst>
            <pc:docMk/>
            <pc:sldMk cId="2047396526" sldId="352"/>
            <ac:grpSpMk id="15" creationId="{ED9EACDC-201C-99E7-9477-B7B45EC4928C}"/>
          </ac:grpSpMkLst>
        </pc:grpChg>
        <pc:grpChg chg="add mod">
          <ac:chgData name="Tang, Ruixuan" userId="218e1d3e-8893-41f1-b7a4-0c24a7169235" providerId="ADAL" clId="{CF192B8D-E727-4815-9247-51DA08A8AAF4}" dt="2026-03-26T22:17:41.243" v="33" actId="12788"/>
          <ac:grpSpMkLst>
            <pc:docMk/>
            <pc:sldMk cId="2047396526" sldId="352"/>
            <ac:grpSpMk id="19" creationId="{EF915E42-4100-9461-AFFD-6236AFCFB157}"/>
          </ac:grpSpMkLst>
        </pc:grpChg>
        <pc:picChg chg="add mod">
          <ac:chgData name="Tang, Ruixuan" userId="218e1d3e-8893-41f1-b7a4-0c24a7169235" providerId="ADAL" clId="{CF192B8D-E727-4815-9247-51DA08A8AAF4}" dt="2026-03-26T22:16:27.512" v="15" actId="164"/>
          <ac:picMkLst>
            <pc:docMk/>
            <pc:sldMk cId="2047396526" sldId="352"/>
            <ac:picMk id="7" creationId="{C1D68171-52B6-D015-A7C4-5D871DEF9F55}"/>
          </ac:picMkLst>
        </pc:picChg>
        <pc:picChg chg="add mod">
          <ac:chgData name="Tang, Ruixuan" userId="218e1d3e-8893-41f1-b7a4-0c24a7169235" providerId="ADAL" clId="{CF192B8D-E727-4815-9247-51DA08A8AAF4}" dt="2026-03-26T22:16:23.094" v="14" actId="164"/>
          <ac:picMkLst>
            <pc:docMk/>
            <pc:sldMk cId="2047396526" sldId="352"/>
            <ac:picMk id="8" creationId="{F4B3401B-B2ED-1302-99DE-F2FC38CCD9C5}"/>
          </ac:picMkLst>
        </pc:picChg>
        <pc:picChg chg="mod">
          <ac:chgData name="Tang, Ruixuan" userId="218e1d3e-8893-41f1-b7a4-0c24a7169235" providerId="ADAL" clId="{CF192B8D-E727-4815-9247-51DA08A8AAF4}" dt="2026-03-26T22:17:30.732" v="29" actId="571"/>
          <ac:picMkLst>
            <pc:docMk/>
            <pc:sldMk cId="2047396526" sldId="352"/>
            <ac:picMk id="14" creationId="{3B91A854-B1C1-F6FA-40E0-424F6DBECB52}"/>
          </ac:picMkLst>
        </pc:picChg>
        <pc:picChg chg="mod">
          <ac:chgData name="Tang, Ruixuan" userId="218e1d3e-8893-41f1-b7a4-0c24a7169235" providerId="ADAL" clId="{CF192B8D-E727-4815-9247-51DA08A8AAF4}" dt="2026-03-26T22:17:30.732" v="29" actId="571"/>
          <ac:picMkLst>
            <pc:docMk/>
            <pc:sldMk cId="2047396526" sldId="352"/>
            <ac:picMk id="17" creationId="{1A335F81-DD3C-6F5A-1090-9C4DC6BD6548}"/>
          </ac:picMkLst>
        </pc:picChg>
      </pc:sldChg>
      <pc:sldChg chg="addSp modSp new mod">
        <pc:chgData name="Tang, Ruixuan" userId="218e1d3e-8893-41f1-b7a4-0c24a7169235" providerId="ADAL" clId="{CF192B8D-E727-4815-9247-51DA08A8AAF4}" dt="2026-03-26T22:27:44.517" v="1051" actId="20577"/>
        <pc:sldMkLst>
          <pc:docMk/>
          <pc:sldMk cId="1745374924" sldId="353"/>
        </pc:sldMkLst>
        <pc:spChg chg="mod">
          <ac:chgData name="Tang, Ruixuan" userId="218e1d3e-8893-41f1-b7a4-0c24a7169235" providerId="ADAL" clId="{CF192B8D-E727-4815-9247-51DA08A8AAF4}" dt="2026-03-26T22:18:15.412" v="40" actId="20577"/>
          <ac:spMkLst>
            <pc:docMk/>
            <pc:sldMk cId="1745374924" sldId="353"/>
            <ac:spMk id="2" creationId="{5F20BA08-83A8-F81F-FC0C-2700ADC7EA71}"/>
          </ac:spMkLst>
        </pc:spChg>
        <pc:spChg chg="mod">
          <ac:chgData name="Tang, Ruixuan" userId="218e1d3e-8893-41f1-b7a4-0c24a7169235" providerId="ADAL" clId="{CF192B8D-E727-4815-9247-51DA08A8AAF4}" dt="2026-03-26T22:26:25.212" v="912" actId="57"/>
          <ac:spMkLst>
            <pc:docMk/>
            <pc:sldMk cId="1745374924" sldId="353"/>
            <ac:spMk id="3" creationId="{F96EBE16-07DE-9C7C-0285-EE47ECD3B7C2}"/>
          </ac:spMkLst>
        </pc:spChg>
        <pc:spChg chg="add mod">
          <ac:chgData name="Tang, Ruixuan" userId="218e1d3e-8893-41f1-b7a4-0c24a7169235" providerId="ADAL" clId="{CF192B8D-E727-4815-9247-51DA08A8AAF4}" dt="2026-03-26T22:27:44.517" v="1051" actId="20577"/>
          <ac:spMkLst>
            <pc:docMk/>
            <pc:sldMk cId="1745374924" sldId="353"/>
            <ac:spMk id="5" creationId="{BCCD9F53-9FD5-5C65-4C46-D5EAF40185B2}"/>
          </ac:spMkLst>
        </pc:spChg>
      </pc:sldChg>
    </pc:docChg>
  </pc:docChgLst>
  <pc:docChgLst>
    <pc:chgData name="Tang, Ruixuan" userId="218e1d3e-8893-41f1-b7a4-0c24a7169235" providerId="ADAL" clId="{408EBE6E-6FE9-4E79-9795-3E140E2F5C5A}"/>
    <pc:docChg chg="undo redo custSel addSld delSld modSld sldOrd">
      <pc:chgData name="Tang, Ruixuan" userId="218e1d3e-8893-41f1-b7a4-0c24a7169235" providerId="ADAL" clId="{408EBE6E-6FE9-4E79-9795-3E140E2F5C5A}" dt="2026-04-14T11:20:49.045" v="14662" actId="20577"/>
      <pc:docMkLst>
        <pc:docMk/>
      </pc:docMkLst>
      <pc:sldChg chg="modSp mod ord">
        <pc:chgData name="Tang, Ruixuan" userId="218e1d3e-8893-41f1-b7a4-0c24a7169235" providerId="ADAL" clId="{408EBE6E-6FE9-4E79-9795-3E140E2F5C5A}" dt="2026-04-08T13:54:23.686" v="3588" actId="1076"/>
        <pc:sldMkLst>
          <pc:docMk/>
          <pc:sldMk cId="63802228" sldId="260"/>
        </pc:sldMkLst>
        <pc:spChg chg="mod">
          <ac:chgData name="Tang, Ruixuan" userId="218e1d3e-8893-41f1-b7a4-0c24a7169235" providerId="ADAL" clId="{408EBE6E-6FE9-4E79-9795-3E140E2F5C5A}" dt="2026-04-08T13:50:21.504" v="3432" actId="20577"/>
          <ac:spMkLst>
            <pc:docMk/>
            <pc:sldMk cId="63802228" sldId="260"/>
            <ac:spMk id="2" creationId="{EE613617-3699-7B12-DBAA-A9EEB6BC3BB5}"/>
          </ac:spMkLst>
        </pc:spChg>
        <pc:graphicFrameChg chg="mod modGraphic">
          <ac:chgData name="Tang, Ruixuan" userId="218e1d3e-8893-41f1-b7a4-0c24a7169235" providerId="ADAL" clId="{408EBE6E-6FE9-4E79-9795-3E140E2F5C5A}" dt="2026-04-08T13:54:23.686" v="3588" actId="1076"/>
          <ac:graphicFrameMkLst>
            <pc:docMk/>
            <pc:sldMk cId="63802228" sldId="260"/>
            <ac:graphicFrameMk id="5" creationId="{3C5DCD01-A722-3A3A-FF91-4798AC0D6DFC}"/>
          </ac:graphicFrameMkLst>
        </pc:graphicFrameChg>
      </pc:sldChg>
      <pc:sldChg chg="modSp mod">
        <pc:chgData name="Tang, Ruixuan" userId="218e1d3e-8893-41f1-b7a4-0c24a7169235" providerId="ADAL" clId="{408EBE6E-6FE9-4E79-9795-3E140E2F5C5A}" dt="2026-04-14T11:20:49.045" v="14662" actId="20577"/>
        <pc:sldMkLst>
          <pc:docMk/>
          <pc:sldMk cId="2109493621" sldId="341"/>
        </pc:sldMkLst>
        <pc:spChg chg="mod">
          <ac:chgData name="Tang, Ruixuan" userId="218e1d3e-8893-41f1-b7a4-0c24a7169235" providerId="ADAL" clId="{408EBE6E-6FE9-4E79-9795-3E140E2F5C5A}" dt="2026-04-14T11:20:49.045" v="14662" actId="20577"/>
          <ac:spMkLst>
            <pc:docMk/>
            <pc:sldMk cId="2109493621" sldId="341"/>
            <ac:spMk id="2" creationId="{358BD015-8208-A241-810D-E329330D0B37}"/>
          </ac:spMkLst>
        </pc:spChg>
      </pc:sldChg>
      <pc:sldChg chg="modSp mod ord modNotesTx">
        <pc:chgData name="Tang, Ruixuan" userId="218e1d3e-8893-41f1-b7a4-0c24a7169235" providerId="ADAL" clId="{408EBE6E-6FE9-4E79-9795-3E140E2F5C5A}" dt="2026-04-10T15:46:37.272" v="12107" actId="20577"/>
        <pc:sldMkLst>
          <pc:docMk/>
          <pc:sldMk cId="3644140579" sldId="360"/>
        </pc:sldMkLst>
        <pc:spChg chg="mod">
          <ac:chgData name="Tang, Ruixuan" userId="218e1d3e-8893-41f1-b7a4-0c24a7169235" providerId="ADAL" clId="{408EBE6E-6FE9-4E79-9795-3E140E2F5C5A}" dt="2026-04-06T19:29:28.100" v="12"/>
          <ac:spMkLst>
            <pc:docMk/>
            <pc:sldMk cId="3644140579" sldId="360"/>
            <ac:spMk id="2" creationId="{B391BC6C-55B2-4591-C3C7-C458F7115675}"/>
          </ac:spMkLst>
        </pc:spChg>
        <pc:spChg chg="mod">
          <ac:chgData name="Tang, Ruixuan" userId="218e1d3e-8893-41f1-b7a4-0c24a7169235" providerId="ADAL" clId="{408EBE6E-6FE9-4E79-9795-3E140E2F5C5A}" dt="2026-04-10T15:16:23.305" v="11559"/>
          <ac:spMkLst>
            <pc:docMk/>
            <pc:sldMk cId="3644140579" sldId="360"/>
            <ac:spMk id="3" creationId="{31CCCA73-7E70-8162-90F6-85DE3FE77084}"/>
          </ac:spMkLst>
        </pc:spChg>
      </pc:sldChg>
      <pc:sldChg chg="ord">
        <pc:chgData name="Tang, Ruixuan" userId="218e1d3e-8893-41f1-b7a4-0c24a7169235" providerId="ADAL" clId="{408EBE6E-6FE9-4E79-9795-3E140E2F5C5A}" dt="2026-04-10T14:47:22.633" v="10947"/>
        <pc:sldMkLst>
          <pc:docMk/>
          <pc:sldMk cId="2709536400" sldId="377"/>
        </pc:sldMkLst>
      </pc:sldChg>
      <pc:sldChg chg="addSp delSp modSp mod ord modNotesTx">
        <pc:chgData name="Tang, Ruixuan" userId="218e1d3e-8893-41f1-b7a4-0c24a7169235" providerId="ADAL" clId="{408EBE6E-6FE9-4E79-9795-3E140E2F5C5A}" dt="2026-04-08T16:02:06.187" v="4371" actId="1076"/>
        <pc:sldMkLst>
          <pc:docMk/>
          <pc:sldMk cId="741982440" sldId="378"/>
        </pc:sldMkLst>
        <pc:spChg chg="mod">
          <ac:chgData name="Tang, Ruixuan" userId="218e1d3e-8893-41f1-b7a4-0c24a7169235" providerId="ADAL" clId="{408EBE6E-6FE9-4E79-9795-3E140E2F5C5A}" dt="2026-04-06T19:58:38.174" v="1338"/>
          <ac:spMkLst>
            <pc:docMk/>
            <pc:sldMk cId="741982440" sldId="378"/>
            <ac:spMk id="2" creationId="{3FE24477-4181-8FF4-3F69-B3990DABE656}"/>
          </ac:spMkLst>
        </pc:spChg>
        <pc:spChg chg="mod">
          <ac:chgData name="Tang, Ruixuan" userId="218e1d3e-8893-41f1-b7a4-0c24a7169235" providerId="ADAL" clId="{408EBE6E-6FE9-4E79-9795-3E140E2F5C5A}" dt="2026-04-07T15:40:09.115" v="2691" actId="14100"/>
          <ac:spMkLst>
            <pc:docMk/>
            <pc:sldMk cId="741982440" sldId="378"/>
            <ac:spMk id="3" creationId="{673DFD1B-AEB9-CBBD-1C26-677367E78A6C}"/>
          </ac:spMkLst>
        </pc:spChg>
        <pc:spChg chg="add del mod">
          <ac:chgData name="Tang, Ruixuan" userId="218e1d3e-8893-41f1-b7a4-0c24a7169235" providerId="ADAL" clId="{408EBE6E-6FE9-4E79-9795-3E140E2F5C5A}" dt="2026-04-07T15:43:31.824" v="2804" actId="767"/>
          <ac:spMkLst>
            <pc:docMk/>
            <pc:sldMk cId="741982440" sldId="378"/>
            <ac:spMk id="8" creationId="{38B0CEDB-48CD-303B-B848-22F3759EEEAA}"/>
          </ac:spMkLst>
        </pc:spChg>
        <pc:spChg chg="add mod">
          <ac:chgData name="Tang, Ruixuan" userId="218e1d3e-8893-41f1-b7a4-0c24a7169235" providerId="ADAL" clId="{408EBE6E-6FE9-4E79-9795-3E140E2F5C5A}" dt="2026-04-07T15:43:30.872" v="2802" actId="767"/>
          <ac:spMkLst>
            <pc:docMk/>
            <pc:sldMk cId="741982440" sldId="378"/>
            <ac:spMk id="9" creationId="{996BADC1-92C4-1C52-4A95-1E1A4E4FE66D}"/>
          </ac:spMkLst>
        </pc:spChg>
        <pc:spChg chg="add mod">
          <ac:chgData name="Tang, Ruixuan" userId="218e1d3e-8893-41f1-b7a4-0c24a7169235" providerId="ADAL" clId="{408EBE6E-6FE9-4E79-9795-3E140E2F5C5A}" dt="2026-04-07T15:44:28.170" v="2813" actId="767"/>
          <ac:spMkLst>
            <pc:docMk/>
            <pc:sldMk cId="741982440" sldId="378"/>
            <ac:spMk id="13" creationId="{B3350390-8588-94BC-9AFD-7F5D32F4A820}"/>
          </ac:spMkLst>
        </pc:spChg>
        <pc:spChg chg="add mod">
          <ac:chgData name="Tang, Ruixuan" userId="218e1d3e-8893-41f1-b7a4-0c24a7169235" providerId="ADAL" clId="{408EBE6E-6FE9-4E79-9795-3E140E2F5C5A}" dt="2026-04-07T15:44:50.980" v="2827" actId="1076"/>
          <ac:spMkLst>
            <pc:docMk/>
            <pc:sldMk cId="741982440" sldId="378"/>
            <ac:spMk id="14" creationId="{B1299D75-E3C2-43B4-A779-1A7D234108A4}"/>
          </ac:spMkLst>
        </pc:spChg>
        <pc:spChg chg="add mod">
          <ac:chgData name="Tang, Ruixuan" userId="218e1d3e-8893-41f1-b7a4-0c24a7169235" providerId="ADAL" clId="{408EBE6E-6FE9-4E79-9795-3E140E2F5C5A}" dt="2026-04-07T15:45:00.946" v="2831" actId="20577"/>
          <ac:spMkLst>
            <pc:docMk/>
            <pc:sldMk cId="741982440" sldId="378"/>
            <ac:spMk id="15" creationId="{A98EAFF6-42EC-04A1-9D0D-5008264B05F9}"/>
          </ac:spMkLst>
        </pc:spChg>
        <pc:spChg chg="add mod">
          <ac:chgData name="Tang, Ruixuan" userId="218e1d3e-8893-41f1-b7a4-0c24a7169235" providerId="ADAL" clId="{408EBE6E-6FE9-4E79-9795-3E140E2F5C5A}" dt="2026-04-07T15:46:24.719" v="2847" actId="1076"/>
          <ac:spMkLst>
            <pc:docMk/>
            <pc:sldMk cId="741982440" sldId="378"/>
            <ac:spMk id="21" creationId="{FB86E575-3C8C-5F35-B877-3E3F9C2C14FB}"/>
          </ac:spMkLst>
        </pc:spChg>
        <pc:spChg chg="add mod">
          <ac:chgData name="Tang, Ruixuan" userId="218e1d3e-8893-41f1-b7a4-0c24a7169235" providerId="ADAL" clId="{408EBE6E-6FE9-4E79-9795-3E140E2F5C5A}" dt="2026-04-07T15:46:27.913" v="2848" actId="1076"/>
          <ac:spMkLst>
            <pc:docMk/>
            <pc:sldMk cId="741982440" sldId="378"/>
            <ac:spMk id="22" creationId="{BF31141E-CE6A-0BC4-5650-9C3B4AE2B937}"/>
          </ac:spMkLst>
        </pc:spChg>
        <pc:spChg chg="add mod">
          <ac:chgData name="Tang, Ruixuan" userId="218e1d3e-8893-41f1-b7a4-0c24a7169235" providerId="ADAL" clId="{408EBE6E-6FE9-4E79-9795-3E140E2F5C5A}" dt="2026-04-07T15:46:20.863" v="2846" actId="1076"/>
          <ac:spMkLst>
            <pc:docMk/>
            <pc:sldMk cId="741982440" sldId="378"/>
            <ac:spMk id="28" creationId="{0C4434C1-881D-C3E6-8C89-FD3ACF4A0A9C}"/>
          </ac:spMkLst>
        </pc:spChg>
        <pc:spChg chg="add mod">
          <ac:chgData name="Tang, Ruixuan" userId="218e1d3e-8893-41f1-b7a4-0c24a7169235" providerId="ADAL" clId="{408EBE6E-6FE9-4E79-9795-3E140E2F5C5A}" dt="2026-04-07T15:46:51.885" v="2855" actId="20577"/>
          <ac:spMkLst>
            <pc:docMk/>
            <pc:sldMk cId="741982440" sldId="378"/>
            <ac:spMk id="29" creationId="{0F8A3518-35A3-1190-492E-6E15DF931134}"/>
          </ac:spMkLst>
        </pc:spChg>
        <pc:spChg chg="add mod">
          <ac:chgData name="Tang, Ruixuan" userId="218e1d3e-8893-41f1-b7a4-0c24a7169235" providerId="ADAL" clId="{408EBE6E-6FE9-4E79-9795-3E140E2F5C5A}" dt="2026-04-08T14:33:32.504" v="4233" actId="1076"/>
          <ac:spMkLst>
            <pc:docMk/>
            <pc:sldMk cId="741982440" sldId="378"/>
            <ac:spMk id="30" creationId="{C392AB8B-3393-8251-F4B0-ED35ADD24BD4}"/>
          </ac:spMkLst>
        </pc:spChg>
        <pc:spChg chg="add mod">
          <ac:chgData name="Tang, Ruixuan" userId="218e1d3e-8893-41f1-b7a4-0c24a7169235" providerId="ADAL" clId="{408EBE6E-6FE9-4E79-9795-3E140E2F5C5A}" dt="2026-04-07T15:48:57.833" v="2893" actId="1076"/>
          <ac:spMkLst>
            <pc:docMk/>
            <pc:sldMk cId="741982440" sldId="378"/>
            <ac:spMk id="36" creationId="{4C8D7588-1AD7-90F2-CBA1-953D67D0DE00}"/>
          </ac:spMkLst>
        </pc:spChg>
        <pc:spChg chg="add mod">
          <ac:chgData name="Tang, Ruixuan" userId="218e1d3e-8893-41f1-b7a4-0c24a7169235" providerId="ADAL" clId="{408EBE6E-6FE9-4E79-9795-3E140E2F5C5A}" dt="2026-04-07T15:49:30.111" v="2904" actId="1076"/>
          <ac:spMkLst>
            <pc:docMk/>
            <pc:sldMk cId="741982440" sldId="378"/>
            <ac:spMk id="37" creationId="{DAA702E2-8541-F43A-3423-C0EBC8307399}"/>
          </ac:spMkLst>
        </pc:spChg>
        <pc:spChg chg="add mod">
          <ac:chgData name="Tang, Ruixuan" userId="218e1d3e-8893-41f1-b7a4-0c24a7169235" providerId="ADAL" clId="{408EBE6E-6FE9-4E79-9795-3E140E2F5C5A}" dt="2026-04-08T14:35:58.787" v="4235" actId="1076"/>
          <ac:spMkLst>
            <pc:docMk/>
            <pc:sldMk cId="741982440" sldId="378"/>
            <ac:spMk id="39" creationId="{5B1CE308-A0D7-C5DB-8289-B9AA873D5510}"/>
          </ac:spMkLst>
        </pc:spChg>
        <pc:spChg chg="add mod">
          <ac:chgData name="Tang, Ruixuan" userId="218e1d3e-8893-41f1-b7a4-0c24a7169235" providerId="ADAL" clId="{408EBE6E-6FE9-4E79-9795-3E140E2F5C5A}" dt="2026-04-08T14:31:52.789" v="4214" actId="1076"/>
          <ac:spMkLst>
            <pc:docMk/>
            <pc:sldMk cId="741982440" sldId="378"/>
            <ac:spMk id="40" creationId="{9A7B4ADE-1119-C78C-26E0-61168FEB961E}"/>
          </ac:spMkLst>
        </pc:spChg>
        <pc:spChg chg="add mod">
          <ac:chgData name="Tang, Ruixuan" userId="218e1d3e-8893-41f1-b7a4-0c24a7169235" providerId="ADAL" clId="{408EBE6E-6FE9-4E79-9795-3E140E2F5C5A}" dt="2026-04-08T14:33:26.439" v="4232" actId="1076"/>
          <ac:spMkLst>
            <pc:docMk/>
            <pc:sldMk cId="741982440" sldId="378"/>
            <ac:spMk id="41" creationId="{4F3411B9-EA7F-1FD6-5235-4468E8E50075}"/>
          </ac:spMkLst>
        </pc:spChg>
        <pc:spChg chg="add mod">
          <ac:chgData name="Tang, Ruixuan" userId="218e1d3e-8893-41f1-b7a4-0c24a7169235" providerId="ADAL" clId="{408EBE6E-6FE9-4E79-9795-3E140E2F5C5A}" dt="2026-04-08T16:02:06.187" v="4371" actId="1076"/>
          <ac:spMkLst>
            <pc:docMk/>
            <pc:sldMk cId="741982440" sldId="378"/>
            <ac:spMk id="42" creationId="{A408B579-5CAD-E7D2-0138-D15C0EE5162D}"/>
          </ac:spMkLst>
        </pc:spChg>
        <pc:grpChg chg="add mod">
          <ac:chgData name="Tang, Ruixuan" userId="218e1d3e-8893-41f1-b7a4-0c24a7169235" providerId="ADAL" clId="{408EBE6E-6FE9-4E79-9795-3E140E2F5C5A}" dt="2026-04-07T15:44:31.410" v="2815" actId="1076"/>
          <ac:grpSpMkLst>
            <pc:docMk/>
            <pc:sldMk cId="741982440" sldId="378"/>
            <ac:grpSpMk id="12" creationId="{0AD18CAB-E68F-E0AC-BE50-F97E1A9C61BD}"/>
          </ac:grpSpMkLst>
        </pc:grpChg>
        <pc:grpChg chg="add mod">
          <ac:chgData name="Tang, Ruixuan" userId="218e1d3e-8893-41f1-b7a4-0c24a7169235" providerId="ADAL" clId="{408EBE6E-6FE9-4E79-9795-3E140E2F5C5A}" dt="2026-04-07T15:45:24.229" v="2833" actId="1076"/>
          <ac:grpSpMkLst>
            <pc:docMk/>
            <pc:sldMk cId="741982440" sldId="378"/>
            <ac:grpSpMk id="16" creationId="{C07C3159-B2BA-A2F8-32B0-A715674BFADF}"/>
          </ac:grpSpMkLst>
        </pc:grpChg>
        <pc:grpChg chg="add mod">
          <ac:chgData name="Tang, Ruixuan" userId="218e1d3e-8893-41f1-b7a4-0c24a7169235" providerId="ADAL" clId="{408EBE6E-6FE9-4E79-9795-3E140E2F5C5A}" dt="2026-04-07T15:48:22.955" v="2878" actId="1076"/>
          <ac:grpSpMkLst>
            <pc:docMk/>
            <pc:sldMk cId="741982440" sldId="378"/>
            <ac:grpSpMk id="23" creationId="{D0FC2074-4374-3ACE-FF1F-529EB1637078}"/>
          </ac:grpSpMkLst>
        </pc:grpChg>
        <pc:grpChg chg="add mod">
          <ac:chgData name="Tang, Ruixuan" userId="218e1d3e-8893-41f1-b7a4-0c24a7169235" providerId="ADAL" clId="{408EBE6E-6FE9-4E79-9795-3E140E2F5C5A}" dt="2026-04-07T15:48:37.374" v="2880" actId="1076"/>
          <ac:grpSpMkLst>
            <pc:docMk/>
            <pc:sldMk cId="741982440" sldId="378"/>
            <ac:grpSpMk id="31" creationId="{A3F6694B-54EC-0BA6-258F-82EFA31A5A59}"/>
          </ac:grpSpMkLst>
        </pc:grpChg>
        <pc:picChg chg="add del mod">
          <ac:chgData name="Tang, Ruixuan" userId="218e1d3e-8893-41f1-b7a4-0c24a7169235" providerId="ADAL" clId="{408EBE6E-6FE9-4E79-9795-3E140E2F5C5A}" dt="2026-04-07T15:44:13.073" v="2810" actId="164"/>
          <ac:picMkLst>
            <pc:docMk/>
            <pc:sldMk cId="741982440" sldId="378"/>
            <ac:picMk id="5" creationId="{81005704-D61C-8757-B470-DECC7417B2FB}"/>
          </ac:picMkLst>
        </pc:picChg>
        <pc:picChg chg="add mod">
          <ac:chgData name="Tang, Ruixuan" userId="218e1d3e-8893-41f1-b7a4-0c24a7169235" providerId="ADAL" clId="{408EBE6E-6FE9-4E79-9795-3E140E2F5C5A}" dt="2026-04-07T15:44:13.073" v="2810" actId="164"/>
          <ac:picMkLst>
            <pc:docMk/>
            <pc:sldMk cId="741982440" sldId="378"/>
            <ac:picMk id="7" creationId="{8A515C05-8003-8F77-3D18-C599AFA900CF}"/>
          </ac:picMkLst>
        </pc:picChg>
        <pc:picChg chg="add mod">
          <ac:chgData name="Tang, Ruixuan" userId="218e1d3e-8893-41f1-b7a4-0c24a7169235" providerId="ADAL" clId="{408EBE6E-6FE9-4E79-9795-3E140E2F5C5A}" dt="2026-04-07T15:44:13.073" v="2810" actId="164"/>
          <ac:picMkLst>
            <pc:docMk/>
            <pc:sldMk cId="741982440" sldId="378"/>
            <ac:picMk id="10" creationId="{8D91809A-DABA-928C-1648-0CD767A08254}"/>
          </ac:picMkLst>
        </pc:picChg>
        <pc:picChg chg="add mod">
          <ac:chgData name="Tang, Ruixuan" userId="218e1d3e-8893-41f1-b7a4-0c24a7169235" providerId="ADAL" clId="{408EBE6E-6FE9-4E79-9795-3E140E2F5C5A}" dt="2026-04-07T15:44:13.073" v="2810" actId="164"/>
          <ac:picMkLst>
            <pc:docMk/>
            <pc:sldMk cId="741982440" sldId="378"/>
            <ac:picMk id="11" creationId="{8C9DA293-0170-519B-0677-065B650F710E}"/>
          </ac:picMkLst>
        </pc:picChg>
        <pc:picChg chg="mod">
          <ac:chgData name="Tang, Ruixuan" userId="218e1d3e-8893-41f1-b7a4-0c24a7169235" providerId="ADAL" clId="{408EBE6E-6FE9-4E79-9795-3E140E2F5C5A}" dt="2026-04-07T15:45:16.836" v="2832"/>
          <ac:picMkLst>
            <pc:docMk/>
            <pc:sldMk cId="741982440" sldId="378"/>
            <ac:picMk id="17" creationId="{3620377C-88DF-7C0F-8BE1-F505D592A03F}"/>
          </ac:picMkLst>
        </pc:picChg>
        <pc:picChg chg="mod">
          <ac:chgData name="Tang, Ruixuan" userId="218e1d3e-8893-41f1-b7a4-0c24a7169235" providerId="ADAL" clId="{408EBE6E-6FE9-4E79-9795-3E140E2F5C5A}" dt="2026-04-07T15:45:16.836" v="2832"/>
          <ac:picMkLst>
            <pc:docMk/>
            <pc:sldMk cId="741982440" sldId="378"/>
            <ac:picMk id="18" creationId="{2FA525EB-C1FC-9CAF-3F44-11D27B09EDD4}"/>
          </ac:picMkLst>
        </pc:picChg>
        <pc:picChg chg="mod">
          <ac:chgData name="Tang, Ruixuan" userId="218e1d3e-8893-41f1-b7a4-0c24a7169235" providerId="ADAL" clId="{408EBE6E-6FE9-4E79-9795-3E140E2F5C5A}" dt="2026-04-07T15:45:16.836" v="2832"/>
          <ac:picMkLst>
            <pc:docMk/>
            <pc:sldMk cId="741982440" sldId="378"/>
            <ac:picMk id="19" creationId="{B812B9F8-477D-5114-1552-4E08F0CFD1A1}"/>
          </ac:picMkLst>
        </pc:picChg>
        <pc:picChg chg="mod">
          <ac:chgData name="Tang, Ruixuan" userId="218e1d3e-8893-41f1-b7a4-0c24a7169235" providerId="ADAL" clId="{408EBE6E-6FE9-4E79-9795-3E140E2F5C5A}" dt="2026-04-07T15:45:16.836" v="2832"/>
          <ac:picMkLst>
            <pc:docMk/>
            <pc:sldMk cId="741982440" sldId="378"/>
            <ac:picMk id="20" creationId="{59E94837-008A-8641-32B8-F477A3DF85B0}"/>
          </ac:picMkLst>
        </pc:picChg>
        <pc:picChg chg="mod">
          <ac:chgData name="Tang, Ruixuan" userId="218e1d3e-8893-41f1-b7a4-0c24a7169235" providerId="ADAL" clId="{408EBE6E-6FE9-4E79-9795-3E140E2F5C5A}" dt="2026-04-07T15:45:57.259" v="2838"/>
          <ac:picMkLst>
            <pc:docMk/>
            <pc:sldMk cId="741982440" sldId="378"/>
            <ac:picMk id="24" creationId="{A9971E84-892A-8BA1-A425-F316FFBC213D}"/>
          </ac:picMkLst>
        </pc:picChg>
        <pc:picChg chg="mod">
          <ac:chgData name="Tang, Ruixuan" userId="218e1d3e-8893-41f1-b7a4-0c24a7169235" providerId="ADAL" clId="{408EBE6E-6FE9-4E79-9795-3E140E2F5C5A}" dt="2026-04-07T15:45:57.259" v="2838"/>
          <ac:picMkLst>
            <pc:docMk/>
            <pc:sldMk cId="741982440" sldId="378"/>
            <ac:picMk id="25" creationId="{0D315638-ACFA-42B7-4BAA-8B206380F197}"/>
          </ac:picMkLst>
        </pc:picChg>
        <pc:picChg chg="mod">
          <ac:chgData name="Tang, Ruixuan" userId="218e1d3e-8893-41f1-b7a4-0c24a7169235" providerId="ADAL" clId="{408EBE6E-6FE9-4E79-9795-3E140E2F5C5A}" dt="2026-04-07T15:45:57.259" v="2838"/>
          <ac:picMkLst>
            <pc:docMk/>
            <pc:sldMk cId="741982440" sldId="378"/>
            <ac:picMk id="26" creationId="{B6FA0DDC-4F5E-42DE-EE0B-FA63756E3411}"/>
          </ac:picMkLst>
        </pc:picChg>
        <pc:picChg chg="mod">
          <ac:chgData name="Tang, Ruixuan" userId="218e1d3e-8893-41f1-b7a4-0c24a7169235" providerId="ADAL" clId="{408EBE6E-6FE9-4E79-9795-3E140E2F5C5A}" dt="2026-04-07T15:45:57.259" v="2838"/>
          <ac:picMkLst>
            <pc:docMk/>
            <pc:sldMk cId="741982440" sldId="378"/>
            <ac:picMk id="27" creationId="{D7FE22C4-50BA-39F7-6E97-53B8BD926D0A}"/>
          </ac:picMkLst>
        </pc:picChg>
        <pc:picChg chg="mod">
          <ac:chgData name="Tang, Ruixuan" userId="218e1d3e-8893-41f1-b7a4-0c24a7169235" providerId="ADAL" clId="{408EBE6E-6FE9-4E79-9795-3E140E2F5C5A}" dt="2026-04-07T15:48:31.612" v="2879"/>
          <ac:picMkLst>
            <pc:docMk/>
            <pc:sldMk cId="741982440" sldId="378"/>
            <ac:picMk id="32" creationId="{66E2F812-E793-EA5B-B441-3E63C24A6720}"/>
          </ac:picMkLst>
        </pc:picChg>
        <pc:picChg chg="mod">
          <ac:chgData name="Tang, Ruixuan" userId="218e1d3e-8893-41f1-b7a4-0c24a7169235" providerId="ADAL" clId="{408EBE6E-6FE9-4E79-9795-3E140E2F5C5A}" dt="2026-04-07T15:48:31.612" v="2879"/>
          <ac:picMkLst>
            <pc:docMk/>
            <pc:sldMk cId="741982440" sldId="378"/>
            <ac:picMk id="33" creationId="{F9516F1C-A34C-CF26-9718-61FE14AA9A63}"/>
          </ac:picMkLst>
        </pc:picChg>
        <pc:picChg chg="mod">
          <ac:chgData name="Tang, Ruixuan" userId="218e1d3e-8893-41f1-b7a4-0c24a7169235" providerId="ADAL" clId="{408EBE6E-6FE9-4E79-9795-3E140E2F5C5A}" dt="2026-04-07T15:48:31.612" v="2879"/>
          <ac:picMkLst>
            <pc:docMk/>
            <pc:sldMk cId="741982440" sldId="378"/>
            <ac:picMk id="34" creationId="{753628EB-4826-B7E9-87CB-BA25FF73C26C}"/>
          </ac:picMkLst>
        </pc:picChg>
        <pc:picChg chg="mod">
          <ac:chgData name="Tang, Ruixuan" userId="218e1d3e-8893-41f1-b7a4-0c24a7169235" providerId="ADAL" clId="{408EBE6E-6FE9-4E79-9795-3E140E2F5C5A}" dt="2026-04-07T15:48:31.612" v="2879"/>
          <ac:picMkLst>
            <pc:docMk/>
            <pc:sldMk cId="741982440" sldId="378"/>
            <ac:picMk id="35" creationId="{E13485C1-A71D-BA64-7767-486F7E368DE9}"/>
          </ac:picMkLst>
        </pc:picChg>
      </pc:sldChg>
      <pc:sldChg chg="addSp delSp modSp del mod">
        <pc:chgData name="Tang, Ruixuan" userId="218e1d3e-8893-41f1-b7a4-0c24a7169235" providerId="ADAL" clId="{408EBE6E-6FE9-4E79-9795-3E140E2F5C5A}" dt="2026-04-08T19:22:22.273" v="9978" actId="47"/>
        <pc:sldMkLst>
          <pc:docMk/>
          <pc:sldMk cId="1671358438" sldId="379"/>
        </pc:sldMkLst>
        <pc:spChg chg="mod">
          <ac:chgData name="Tang, Ruixuan" userId="218e1d3e-8893-41f1-b7a4-0c24a7169235" providerId="ADAL" clId="{408EBE6E-6FE9-4E79-9795-3E140E2F5C5A}" dt="2026-04-08T17:16:48.687" v="6533" actId="20577"/>
          <ac:spMkLst>
            <pc:docMk/>
            <pc:sldMk cId="1671358438" sldId="379"/>
            <ac:spMk id="2" creationId="{7A3F6C2A-E2A2-C168-7FAF-CA603C3A2E46}"/>
          </ac:spMkLst>
        </pc:spChg>
        <pc:spChg chg="add mod">
          <ac:chgData name="Tang, Ruixuan" userId="218e1d3e-8893-41f1-b7a4-0c24a7169235" providerId="ADAL" clId="{408EBE6E-6FE9-4E79-9795-3E140E2F5C5A}" dt="2026-04-08T17:17:12.968" v="6536"/>
          <ac:spMkLst>
            <pc:docMk/>
            <pc:sldMk cId="1671358438" sldId="379"/>
            <ac:spMk id="3" creationId="{0BD99235-387A-EC3E-8F87-7250517CC4BB}"/>
          </ac:spMkLst>
        </pc:spChg>
        <pc:spChg chg="del">
          <ac:chgData name="Tang, Ruixuan" userId="218e1d3e-8893-41f1-b7a4-0c24a7169235" providerId="ADAL" clId="{408EBE6E-6FE9-4E79-9795-3E140E2F5C5A}" dt="2026-04-08T17:17:03.719" v="6535" actId="478"/>
          <ac:spMkLst>
            <pc:docMk/>
            <pc:sldMk cId="1671358438" sldId="379"/>
            <ac:spMk id="13" creationId="{80AD3DAC-79EE-089F-17C5-816567322491}"/>
          </ac:spMkLst>
        </pc:spChg>
        <pc:picChg chg="add mod">
          <ac:chgData name="Tang, Ruixuan" userId="218e1d3e-8893-41f1-b7a4-0c24a7169235" providerId="ADAL" clId="{408EBE6E-6FE9-4E79-9795-3E140E2F5C5A}" dt="2026-04-08T17:17:37.297" v="6538" actId="14100"/>
          <ac:picMkLst>
            <pc:docMk/>
            <pc:sldMk cId="1671358438" sldId="379"/>
            <ac:picMk id="6" creationId="{780613ED-A494-1223-069A-1C7A01050196}"/>
          </ac:picMkLst>
        </pc:picChg>
        <pc:picChg chg="del">
          <ac:chgData name="Tang, Ruixuan" userId="218e1d3e-8893-41f1-b7a4-0c24a7169235" providerId="ADAL" clId="{408EBE6E-6FE9-4E79-9795-3E140E2F5C5A}" dt="2026-04-08T17:17:01.016" v="6534" actId="478"/>
          <ac:picMkLst>
            <pc:docMk/>
            <pc:sldMk cId="1671358438" sldId="379"/>
            <ac:picMk id="12" creationId="{8C979FE2-A4B5-5FC1-B012-5BACAFBCDDF8}"/>
          </ac:picMkLst>
        </pc:picChg>
      </pc:sldChg>
      <pc:sldChg chg="modSp mod modNotesTx">
        <pc:chgData name="Tang, Ruixuan" userId="218e1d3e-8893-41f1-b7a4-0c24a7169235" providerId="ADAL" clId="{408EBE6E-6FE9-4E79-9795-3E140E2F5C5A}" dt="2026-04-10T15:19:19.302" v="11585" actId="20577"/>
        <pc:sldMkLst>
          <pc:docMk/>
          <pc:sldMk cId="4212908319" sldId="383"/>
        </pc:sldMkLst>
        <pc:spChg chg="mod">
          <ac:chgData name="Tang, Ruixuan" userId="218e1d3e-8893-41f1-b7a4-0c24a7169235" providerId="ADAL" clId="{408EBE6E-6FE9-4E79-9795-3E140E2F5C5A}" dt="2026-04-10T15:19:19.302" v="11585" actId="20577"/>
          <ac:spMkLst>
            <pc:docMk/>
            <pc:sldMk cId="4212908319" sldId="383"/>
            <ac:spMk id="2" creationId="{0F8C582C-D0A1-2F0E-85B2-9B7C1B55448E}"/>
          </ac:spMkLst>
        </pc:spChg>
        <pc:spChg chg="mod">
          <ac:chgData name="Tang, Ruixuan" userId="218e1d3e-8893-41f1-b7a4-0c24a7169235" providerId="ADAL" clId="{408EBE6E-6FE9-4E79-9795-3E140E2F5C5A}" dt="2026-04-08T17:07:22.461" v="6389" actId="1076"/>
          <ac:spMkLst>
            <pc:docMk/>
            <pc:sldMk cId="4212908319" sldId="383"/>
            <ac:spMk id="3" creationId="{ABEBFAFB-D131-27EE-C66C-1F69B3F8A3F5}"/>
          </ac:spMkLst>
        </pc:spChg>
      </pc:sldChg>
      <pc:sldChg chg="addSp modSp add mod ord modNotesTx">
        <pc:chgData name="Tang, Ruixuan" userId="218e1d3e-8893-41f1-b7a4-0c24a7169235" providerId="ADAL" clId="{408EBE6E-6FE9-4E79-9795-3E140E2F5C5A}" dt="2026-04-08T14:29:27.963" v="4154" actId="20577"/>
        <pc:sldMkLst>
          <pc:docMk/>
          <pc:sldMk cId="1855564724" sldId="386"/>
        </pc:sldMkLst>
        <pc:spChg chg="mod">
          <ac:chgData name="Tang, Ruixuan" userId="218e1d3e-8893-41f1-b7a4-0c24a7169235" providerId="ADAL" clId="{408EBE6E-6FE9-4E79-9795-3E140E2F5C5A}" dt="2026-04-08T14:29:27.963" v="4154" actId="20577"/>
          <ac:spMkLst>
            <pc:docMk/>
            <pc:sldMk cId="1855564724" sldId="386"/>
            <ac:spMk id="3" creationId="{31CCCA73-7E70-8162-90F6-85DE3FE77084}"/>
          </ac:spMkLst>
        </pc:spChg>
        <pc:picChg chg="add mod">
          <ac:chgData name="Tang, Ruixuan" userId="218e1d3e-8893-41f1-b7a4-0c24a7169235" providerId="ADAL" clId="{408EBE6E-6FE9-4E79-9795-3E140E2F5C5A}" dt="2026-04-08T14:08:02.312" v="4076" actId="1076"/>
          <ac:picMkLst>
            <pc:docMk/>
            <pc:sldMk cId="1855564724" sldId="386"/>
            <ac:picMk id="7" creationId="{D481EDC4-3E7E-9E82-B5F3-B642C546B2BB}"/>
          </ac:picMkLst>
        </pc:picChg>
      </pc:sldChg>
      <pc:sldChg chg="modSp add mod ord modNotesTx">
        <pc:chgData name="Tang, Ruixuan" userId="218e1d3e-8893-41f1-b7a4-0c24a7169235" providerId="ADAL" clId="{408EBE6E-6FE9-4E79-9795-3E140E2F5C5A}" dt="2026-04-10T15:05:13.832" v="10965" actId="20577"/>
        <pc:sldMkLst>
          <pc:docMk/>
          <pc:sldMk cId="4054024650" sldId="387"/>
        </pc:sldMkLst>
        <pc:spChg chg="mod">
          <ac:chgData name="Tang, Ruixuan" userId="218e1d3e-8893-41f1-b7a4-0c24a7169235" providerId="ADAL" clId="{408EBE6E-6FE9-4E79-9795-3E140E2F5C5A}" dt="2026-04-07T15:52:32.802" v="2924"/>
          <ac:spMkLst>
            <pc:docMk/>
            <pc:sldMk cId="4054024650" sldId="387"/>
            <ac:spMk id="2" creationId="{0F8C582C-D0A1-2F0E-85B2-9B7C1B55448E}"/>
          </ac:spMkLst>
        </pc:spChg>
        <pc:spChg chg="mod">
          <ac:chgData name="Tang, Ruixuan" userId="218e1d3e-8893-41f1-b7a4-0c24a7169235" providerId="ADAL" clId="{408EBE6E-6FE9-4E79-9795-3E140E2F5C5A}" dt="2026-04-08T16:17:16.966" v="4435" actId="20577"/>
          <ac:spMkLst>
            <pc:docMk/>
            <pc:sldMk cId="4054024650" sldId="387"/>
            <ac:spMk id="3" creationId="{ABEBFAFB-D131-27EE-C66C-1F69B3F8A3F5}"/>
          </ac:spMkLst>
        </pc:spChg>
      </pc:sldChg>
      <pc:sldChg chg="modSp add mod modNotesTx">
        <pc:chgData name="Tang, Ruixuan" userId="218e1d3e-8893-41f1-b7a4-0c24a7169235" providerId="ADAL" clId="{408EBE6E-6FE9-4E79-9795-3E140E2F5C5A}" dt="2026-04-10T15:13:19.197" v="11347" actId="5793"/>
        <pc:sldMkLst>
          <pc:docMk/>
          <pc:sldMk cId="1935304029" sldId="388"/>
        </pc:sldMkLst>
        <pc:spChg chg="mod">
          <ac:chgData name="Tang, Ruixuan" userId="218e1d3e-8893-41f1-b7a4-0c24a7169235" providerId="ADAL" clId="{408EBE6E-6FE9-4E79-9795-3E140E2F5C5A}" dt="2026-04-10T15:13:19.197" v="11347" actId="5793"/>
          <ac:spMkLst>
            <pc:docMk/>
            <pc:sldMk cId="1935304029" sldId="388"/>
            <ac:spMk id="3" creationId="{ABEBFAFB-D131-27EE-C66C-1F69B3F8A3F5}"/>
          </ac:spMkLst>
        </pc:spChg>
      </pc:sldChg>
      <pc:sldChg chg="addSp delSp modSp add del mod modNotesTx">
        <pc:chgData name="Tang, Ruixuan" userId="218e1d3e-8893-41f1-b7a4-0c24a7169235" providerId="ADAL" clId="{408EBE6E-6FE9-4E79-9795-3E140E2F5C5A}" dt="2026-04-08T18:56:52.309" v="9142" actId="47"/>
        <pc:sldMkLst>
          <pc:docMk/>
          <pc:sldMk cId="1408972587" sldId="389"/>
        </pc:sldMkLst>
        <pc:spChg chg="del">
          <ac:chgData name="Tang, Ruixuan" userId="218e1d3e-8893-41f1-b7a4-0c24a7169235" providerId="ADAL" clId="{408EBE6E-6FE9-4E79-9795-3E140E2F5C5A}" dt="2026-04-08T17:07:43.948" v="6391" actId="478"/>
          <ac:spMkLst>
            <pc:docMk/>
            <pc:sldMk cId="1408972587" sldId="389"/>
            <ac:spMk id="3" creationId="{ABEBFAFB-D131-27EE-C66C-1F69B3F8A3F5}"/>
          </ac:spMkLst>
        </pc:spChg>
        <pc:spChg chg="add del mod">
          <ac:chgData name="Tang, Ruixuan" userId="218e1d3e-8893-41f1-b7a4-0c24a7169235" providerId="ADAL" clId="{408EBE6E-6FE9-4E79-9795-3E140E2F5C5A}" dt="2026-04-08T17:07:46.288" v="6392" actId="478"/>
          <ac:spMkLst>
            <pc:docMk/>
            <pc:sldMk cId="1408972587" sldId="389"/>
            <ac:spMk id="6" creationId="{CB84EEE1-97D3-11B0-9CD9-89637D1E2EB9}"/>
          </ac:spMkLst>
        </pc:spChg>
        <pc:spChg chg="add mod">
          <ac:chgData name="Tang, Ruixuan" userId="218e1d3e-8893-41f1-b7a4-0c24a7169235" providerId="ADAL" clId="{408EBE6E-6FE9-4E79-9795-3E140E2F5C5A}" dt="2026-04-08T17:08:33.989" v="6398" actId="1076"/>
          <ac:spMkLst>
            <pc:docMk/>
            <pc:sldMk cId="1408972587" sldId="389"/>
            <ac:spMk id="8" creationId="{756ACA25-7887-F4D1-BE69-AB5D4EBCD630}"/>
          </ac:spMkLst>
        </pc:spChg>
        <pc:graphicFrameChg chg="add mod modGraphic">
          <ac:chgData name="Tang, Ruixuan" userId="218e1d3e-8893-41f1-b7a4-0c24a7169235" providerId="ADAL" clId="{408EBE6E-6FE9-4E79-9795-3E140E2F5C5A}" dt="2026-04-08T18:03:58.630" v="7062" actId="20577"/>
          <ac:graphicFrameMkLst>
            <pc:docMk/>
            <pc:sldMk cId="1408972587" sldId="389"/>
            <ac:graphicFrameMk id="7" creationId="{4B343CEB-AD36-CB1E-4019-E54E38B4B0DE}"/>
          </ac:graphicFrameMkLst>
        </pc:graphicFrameChg>
      </pc:sldChg>
      <pc:sldChg chg="new del">
        <pc:chgData name="Tang, Ruixuan" userId="218e1d3e-8893-41f1-b7a4-0c24a7169235" providerId="ADAL" clId="{408EBE6E-6FE9-4E79-9795-3E140E2F5C5A}" dt="2026-04-08T17:07:15.069" v="6387" actId="47"/>
        <pc:sldMkLst>
          <pc:docMk/>
          <pc:sldMk cId="3287065717" sldId="389"/>
        </pc:sldMkLst>
      </pc:sldChg>
      <pc:sldChg chg="addSp modSp new mod modNotesTx">
        <pc:chgData name="Tang, Ruixuan" userId="218e1d3e-8893-41f1-b7a4-0c24a7169235" providerId="ADAL" clId="{408EBE6E-6FE9-4E79-9795-3E140E2F5C5A}" dt="2026-04-10T17:41:34.396" v="14101" actId="20577"/>
        <pc:sldMkLst>
          <pc:docMk/>
          <pc:sldMk cId="4120792325" sldId="390"/>
        </pc:sldMkLst>
        <pc:spChg chg="mod">
          <ac:chgData name="Tang, Ruixuan" userId="218e1d3e-8893-41f1-b7a4-0c24a7169235" providerId="ADAL" clId="{408EBE6E-6FE9-4E79-9795-3E140E2F5C5A}" dt="2026-04-10T16:42:26.403" v="13024" actId="20577"/>
          <ac:spMkLst>
            <pc:docMk/>
            <pc:sldMk cId="4120792325" sldId="390"/>
            <ac:spMk id="2" creationId="{B0E31E7D-8AC2-DF63-DC72-AED565069464}"/>
          </ac:spMkLst>
        </pc:spChg>
        <pc:spChg chg="mod">
          <ac:chgData name="Tang, Ruixuan" userId="218e1d3e-8893-41f1-b7a4-0c24a7169235" providerId="ADAL" clId="{408EBE6E-6FE9-4E79-9795-3E140E2F5C5A}" dt="2026-04-10T17:32:31.755" v="14100" actId="20577"/>
          <ac:spMkLst>
            <pc:docMk/>
            <pc:sldMk cId="4120792325" sldId="390"/>
            <ac:spMk id="3" creationId="{5975BB8F-8F6A-DE22-7D73-D6A27C21B4D7}"/>
          </ac:spMkLst>
        </pc:spChg>
        <pc:picChg chg="add mod">
          <ac:chgData name="Tang, Ruixuan" userId="218e1d3e-8893-41f1-b7a4-0c24a7169235" providerId="ADAL" clId="{408EBE6E-6FE9-4E79-9795-3E140E2F5C5A}" dt="2026-04-10T16:45:41.092" v="13027" actId="1076"/>
          <ac:picMkLst>
            <pc:docMk/>
            <pc:sldMk cId="4120792325" sldId="390"/>
            <ac:picMk id="5" creationId="{7A3F791F-E791-D761-F07A-941AE933D852}"/>
          </ac:picMkLst>
        </pc:picChg>
      </pc:sldChg>
      <pc:sldChg chg="new del">
        <pc:chgData name="Tang, Ruixuan" userId="218e1d3e-8893-41f1-b7a4-0c24a7169235" providerId="ADAL" clId="{408EBE6E-6FE9-4E79-9795-3E140E2F5C5A}" dt="2026-04-08T17:16:31.809" v="6513" actId="47"/>
        <pc:sldMkLst>
          <pc:docMk/>
          <pc:sldMk cId="129038891" sldId="391"/>
        </pc:sldMkLst>
      </pc:sldChg>
      <pc:sldChg chg="delSp modSp new add del mod">
        <pc:chgData name="Tang, Ruixuan" userId="218e1d3e-8893-41f1-b7a4-0c24a7169235" providerId="ADAL" clId="{408EBE6E-6FE9-4E79-9795-3E140E2F5C5A}" dt="2026-04-08T17:16:33.669" v="6515" actId="47"/>
        <pc:sldMkLst>
          <pc:docMk/>
          <pc:sldMk cId="1801868618" sldId="392"/>
        </pc:sldMkLst>
        <pc:spChg chg="mod">
          <ac:chgData name="Tang, Ruixuan" userId="218e1d3e-8893-41f1-b7a4-0c24a7169235" providerId="ADAL" clId="{408EBE6E-6FE9-4E79-9795-3E140E2F5C5A}" dt="2026-04-08T17:16:24.199" v="6511" actId="5793"/>
          <ac:spMkLst>
            <pc:docMk/>
            <pc:sldMk cId="1801868618" sldId="392"/>
            <ac:spMk id="2" creationId="{0C64D62D-55C7-181D-5DDF-00F7E98C7EB8}"/>
          </ac:spMkLst>
        </pc:spChg>
        <pc:spChg chg="del">
          <ac:chgData name="Tang, Ruixuan" userId="218e1d3e-8893-41f1-b7a4-0c24a7169235" providerId="ADAL" clId="{408EBE6E-6FE9-4E79-9795-3E140E2F5C5A}" dt="2026-04-08T17:16:27.879" v="6512" actId="478"/>
          <ac:spMkLst>
            <pc:docMk/>
            <pc:sldMk cId="1801868618" sldId="392"/>
            <ac:spMk id="3" creationId="{A63EEE40-C5CD-6963-C6AD-99BE208478EE}"/>
          </ac:spMkLst>
        </pc:spChg>
      </pc:sldChg>
      <pc:sldChg chg="delSp add del mod">
        <pc:chgData name="Tang, Ruixuan" userId="218e1d3e-8893-41f1-b7a4-0c24a7169235" providerId="ADAL" clId="{408EBE6E-6FE9-4E79-9795-3E140E2F5C5A}" dt="2026-04-08T19:22:27.942" v="9983" actId="47"/>
        <pc:sldMkLst>
          <pc:docMk/>
          <pc:sldMk cId="409482404" sldId="393"/>
        </pc:sldMkLst>
        <pc:spChg chg="del">
          <ac:chgData name="Tang, Ruixuan" userId="218e1d3e-8893-41f1-b7a4-0c24a7169235" providerId="ADAL" clId="{408EBE6E-6FE9-4E79-9795-3E140E2F5C5A}" dt="2026-04-08T17:17:50.733" v="6541" actId="478"/>
          <ac:spMkLst>
            <pc:docMk/>
            <pc:sldMk cId="409482404" sldId="393"/>
            <ac:spMk id="3" creationId="{0BD99235-387A-EC3E-8F87-7250517CC4BB}"/>
          </ac:spMkLst>
        </pc:spChg>
        <pc:picChg chg="del">
          <ac:chgData name="Tang, Ruixuan" userId="218e1d3e-8893-41f1-b7a4-0c24a7169235" providerId="ADAL" clId="{408EBE6E-6FE9-4E79-9795-3E140E2F5C5A}" dt="2026-04-08T17:17:47.105" v="6540" actId="478"/>
          <ac:picMkLst>
            <pc:docMk/>
            <pc:sldMk cId="409482404" sldId="393"/>
            <ac:picMk id="6" creationId="{780613ED-A494-1223-069A-1C7A01050196}"/>
          </ac:picMkLst>
        </pc:picChg>
      </pc:sldChg>
      <pc:sldChg chg="addSp delSp modSp add del mod">
        <pc:chgData name="Tang, Ruixuan" userId="218e1d3e-8893-41f1-b7a4-0c24a7169235" providerId="ADAL" clId="{408EBE6E-6FE9-4E79-9795-3E140E2F5C5A}" dt="2026-04-08T19:22:25.598" v="9979" actId="47"/>
        <pc:sldMkLst>
          <pc:docMk/>
          <pc:sldMk cId="631933894" sldId="394"/>
        </pc:sldMkLst>
        <pc:spChg chg="mod">
          <ac:chgData name="Tang, Ruixuan" userId="218e1d3e-8893-41f1-b7a4-0c24a7169235" providerId="ADAL" clId="{408EBE6E-6FE9-4E79-9795-3E140E2F5C5A}" dt="2026-04-08T17:47:23.572" v="6945" actId="20577"/>
          <ac:spMkLst>
            <pc:docMk/>
            <pc:sldMk cId="631933894" sldId="394"/>
            <ac:spMk id="2" creationId="{7A3F6C2A-E2A2-C168-7FAF-CA603C3A2E46}"/>
          </ac:spMkLst>
        </pc:spChg>
        <pc:picChg chg="del">
          <ac:chgData name="Tang, Ruixuan" userId="218e1d3e-8893-41f1-b7a4-0c24a7169235" providerId="ADAL" clId="{408EBE6E-6FE9-4E79-9795-3E140E2F5C5A}" dt="2026-04-08T17:47:17.826" v="6941" actId="478"/>
          <ac:picMkLst>
            <pc:docMk/>
            <pc:sldMk cId="631933894" sldId="394"/>
            <ac:picMk id="6" creationId="{780613ED-A494-1223-069A-1C7A01050196}"/>
          </ac:picMkLst>
        </pc:picChg>
        <pc:picChg chg="add">
          <ac:chgData name="Tang, Ruixuan" userId="218e1d3e-8893-41f1-b7a4-0c24a7169235" providerId="ADAL" clId="{408EBE6E-6FE9-4E79-9795-3E140E2F5C5A}" dt="2026-04-08T17:47:42.961" v="6946" actId="22"/>
          <ac:picMkLst>
            <pc:docMk/>
            <pc:sldMk cId="631933894" sldId="394"/>
            <ac:picMk id="7" creationId="{9F757217-C41B-EAE9-850B-5BADB5ACCD04}"/>
          </ac:picMkLst>
        </pc:picChg>
      </pc:sldChg>
      <pc:sldChg chg="addSp delSp modSp add del mod">
        <pc:chgData name="Tang, Ruixuan" userId="218e1d3e-8893-41f1-b7a4-0c24a7169235" providerId="ADAL" clId="{408EBE6E-6FE9-4E79-9795-3E140E2F5C5A}" dt="2026-04-08T19:22:26.521" v="9980" actId="47"/>
        <pc:sldMkLst>
          <pc:docMk/>
          <pc:sldMk cId="234616589" sldId="395"/>
        </pc:sldMkLst>
        <pc:spChg chg="mod">
          <ac:chgData name="Tang, Ruixuan" userId="218e1d3e-8893-41f1-b7a4-0c24a7169235" providerId="ADAL" clId="{408EBE6E-6FE9-4E79-9795-3E140E2F5C5A}" dt="2026-04-08T17:48:21.679" v="6969" actId="20577"/>
          <ac:spMkLst>
            <pc:docMk/>
            <pc:sldMk cId="234616589" sldId="395"/>
            <ac:spMk id="2" creationId="{7A3F6C2A-E2A2-C168-7FAF-CA603C3A2E46}"/>
          </ac:spMkLst>
        </pc:spChg>
        <pc:picChg chg="del">
          <ac:chgData name="Tang, Ruixuan" userId="218e1d3e-8893-41f1-b7a4-0c24a7169235" providerId="ADAL" clId="{408EBE6E-6FE9-4E79-9795-3E140E2F5C5A}" dt="2026-04-08T17:48:24.681" v="6970" actId="478"/>
          <ac:picMkLst>
            <pc:docMk/>
            <pc:sldMk cId="234616589" sldId="395"/>
            <ac:picMk id="6" creationId="{780613ED-A494-1223-069A-1C7A01050196}"/>
          </ac:picMkLst>
        </pc:picChg>
        <pc:picChg chg="add">
          <ac:chgData name="Tang, Ruixuan" userId="218e1d3e-8893-41f1-b7a4-0c24a7169235" providerId="ADAL" clId="{408EBE6E-6FE9-4E79-9795-3E140E2F5C5A}" dt="2026-04-08T17:48:44.603" v="6971" actId="22"/>
          <ac:picMkLst>
            <pc:docMk/>
            <pc:sldMk cId="234616589" sldId="395"/>
            <ac:picMk id="7" creationId="{D58EF54A-2E48-95CE-96B0-7D300A583704}"/>
          </ac:picMkLst>
        </pc:picChg>
      </pc:sldChg>
      <pc:sldChg chg="addSp delSp modSp add del mod">
        <pc:chgData name="Tang, Ruixuan" userId="218e1d3e-8893-41f1-b7a4-0c24a7169235" providerId="ADAL" clId="{408EBE6E-6FE9-4E79-9795-3E140E2F5C5A}" dt="2026-04-08T19:22:26.913" v="9981" actId="47"/>
        <pc:sldMkLst>
          <pc:docMk/>
          <pc:sldMk cId="1624266759" sldId="396"/>
        </pc:sldMkLst>
        <pc:spChg chg="mod">
          <ac:chgData name="Tang, Ruixuan" userId="218e1d3e-8893-41f1-b7a4-0c24a7169235" providerId="ADAL" clId="{408EBE6E-6FE9-4E79-9795-3E140E2F5C5A}" dt="2026-04-08T17:49:21.377" v="7022" actId="20577"/>
          <ac:spMkLst>
            <pc:docMk/>
            <pc:sldMk cId="1624266759" sldId="396"/>
            <ac:spMk id="2" creationId="{7A3F6C2A-E2A2-C168-7FAF-CA603C3A2E46}"/>
          </ac:spMkLst>
        </pc:spChg>
        <pc:picChg chg="del">
          <ac:chgData name="Tang, Ruixuan" userId="218e1d3e-8893-41f1-b7a4-0c24a7169235" providerId="ADAL" clId="{408EBE6E-6FE9-4E79-9795-3E140E2F5C5A}" dt="2026-04-08T17:48:48.319" v="6972" actId="478"/>
          <ac:picMkLst>
            <pc:docMk/>
            <pc:sldMk cId="1624266759" sldId="396"/>
            <ac:picMk id="6" creationId="{780613ED-A494-1223-069A-1C7A01050196}"/>
          </ac:picMkLst>
        </pc:picChg>
        <pc:picChg chg="add">
          <ac:chgData name="Tang, Ruixuan" userId="218e1d3e-8893-41f1-b7a4-0c24a7169235" providerId="ADAL" clId="{408EBE6E-6FE9-4E79-9795-3E140E2F5C5A}" dt="2026-04-08T17:49:54.137" v="7023" actId="22"/>
          <ac:picMkLst>
            <pc:docMk/>
            <pc:sldMk cId="1624266759" sldId="396"/>
            <ac:picMk id="7" creationId="{5F929E5C-195A-65DE-6ECC-1689CC62B7A7}"/>
          </ac:picMkLst>
        </pc:picChg>
      </pc:sldChg>
      <pc:sldChg chg="addSp delSp modSp add del mod">
        <pc:chgData name="Tang, Ruixuan" userId="218e1d3e-8893-41f1-b7a4-0c24a7169235" providerId="ADAL" clId="{408EBE6E-6FE9-4E79-9795-3E140E2F5C5A}" dt="2026-04-08T19:22:27.461" v="9982" actId="47"/>
        <pc:sldMkLst>
          <pc:docMk/>
          <pc:sldMk cId="846751271" sldId="397"/>
        </pc:sldMkLst>
        <pc:spChg chg="mod">
          <ac:chgData name="Tang, Ruixuan" userId="218e1d3e-8893-41f1-b7a4-0c24a7169235" providerId="ADAL" clId="{408EBE6E-6FE9-4E79-9795-3E140E2F5C5A}" dt="2026-04-08T17:50:25.217" v="7054" actId="14100"/>
          <ac:spMkLst>
            <pc:docMk/>
            <pc:sldMk cId="846751271" sldId="397"/>
            <ac:spMk id="2" creationId="{7A3F6C2A-E2A2-C168-7FAF-CA603C3A2E46}"/>
          </ac:spMkLst>
        </pc:spChg>
        <pc:picChg chg="del">
          <ac:chgData name="Tang, Ruixuan" userId="218e1d3e-8893-41f1-b7a4-0c24a7169235" providerId="ADAL" clId="{408EBE6E-6FE9-4E79-9795-3E140E2F5C5A}" dt="2026-04-08T17:49:57.914" v="7024" actId="478"/>
          <ac:picMkLst>
            <pc:docMk/>
            <pc:sldMk cId="846751271" sldId="397"/>
            <ac:picMk id="6" creationId="{780613ED-A494-1223-069A-1C7A01050196}"/>
          </ac:picMkLst>
        </pc:picChg>
        <pc:picChg chg="add">
          <ac:chgData name="Tang, Ruixuan" userId="218e1d3e-8893-41f1-b7a4-0c24a7169235" providerId="ADAL" clId="{408EBE6E-6FE9-4E79-9795-3E140E2F5C5A}" dt="2026-04-08T17:50:45.265" v="7055" actId="22"/>
          <ac:picMkLst>
            <pc:docMk/>
            <pc:sldMk cId="846751271" sldId="397"/>
            <ac:picMk id="7" creationId="{B7F63C47-DBEB-A5EA-9810-75B12A8455C5}"/>
          </ac:picMkLst>
        </pc:picChg>
      </pc:sldChg>
      <pc:sldChg chg="addSp delSp modSp add del mod">
        <pc:chgData name="Tang, Ruixuan" userId="218e1d3e-8893-41f1-b7a4-0c24a7169235" providerId="ADAL" clId="{408EBE6E-6FE9-4E79-9795-3E140E2F5C5A}" dt="2026-04-08T18:18:26.532" v="7347" actId="47"/>
        <pc:sldMkLst>
          <pc:docMk/>
          <pc:sldMk cId="3192511817" sldId="398"/>
        </pc:sldMkLst>
        <pc:picChg chg="add mod">
          <ac:chgData name="Tang, Ruixuan" userId="218e1d3e-8893-41f1-b7a4-0c24a7169235" providerId="ADAL" clId="{408EBE6E-6FE9-4E79-9795-3E140E2F5C5A}" dt="2026-04-08T18:06:58.160" v="7071"/>
          <ac:picMkLst>
            <pc:docMk/>
            <pc:sldMk cId="3192511817" sldId="398"/>
            <ac:picMk id="5" creationId="{04F825B1-68E1-5276-F3AA-CA835A42AC9B}"/>
          </ac:picMkLst>
        </pc:picChg>
        <pc:picChg chg="del mod">
          <ac:chgData name="Tang, Ruixuan" userId="218e1d3e-8893-41f1-b7a4-0c24a7169235" providerId="ADAL" clId="{408EBE6E-6FE9-4E79-9795-3E140E2F5C5A}" dt="2026-04-08T18:06:35.159" v="7067" actId="478"/>
          <ac:picMkLst>
            <pc:docMk/>
            <pc:sldMk cId="3192511817" sldId="398"/>
            <ac:picMk id="6" creationId="{780613ED-A494-1223-069A-1C7A01050196}"/>
          </ac:picMkLst>
        </pc:picChg>
      </pc:sldChg>
      <pc:sldChg chg="add del">
        <pc:chgData name="Tang, Ruixuan" userId="218e1d3e-8893-41f1-b7a4-0c24a7169235" providerId="ADAL" clId="{408EBE6E-6FE9-4E79-9795-3E140E2F5C5A}" dt="2026-04-08T18:09:56.179" v="7276" actId="47"/>
        <pc:sldMkLst>
          <pc:docMk/>
          <pc:sldMk cId="3187402152" sldId="399"/>
        </pc:sldMkLst>
      </pc:sldChg>
      <pc:sldChg chg="add del">
        <pc:chgData name="Tang, Ruixuan" userId="218e1d3e-8893-41f1-b7a4-0c24a7169235" providerId="ADAL" clId="{408EBE6E-6FE9-4E79-9795-3E140E2F5C5A}" dt="2026-04-08T18:17:27.677" v="7346" actId="47"/>
        <pc:sldMkLst>
          <pc:docMk/>
          <pc:sldMk cId="288248220" sldId="400"/>
        </pc:sldMkLst>
      </pc:sldChg>
      <pc:sldChg chg="add del">
        <pc:chgData name="Tang, Ruixuan" userId="218e1d3e-8893-41f1-b7a4-0c24a7169235" providerId="ADAL" clId="{408EBE6E-6FE9-4E79-9795-3E140E2F5C5A}" dt="2026-04-08T18:19:06.488" v="7357" actId="47"/>
        <pc:sldMkLst>
          <pc:docMk/>
          <pc:sldMk cId="3781364220" sldId="401"/>
        </pc:sldMkLst>
      </pc:sldChg>
      <pc:sldChg chg="addSp modSp add mod ord modNotesTx">
        <pc:chgData name="Tang, Ruixuan" userId="218e1d3e-8893-41f1-b7a4-0c24a7169235" providerId="ADAL" clId="{408EBE6E-6FE9-4E79-9795-3E140E2F5C5A}" dt="2026-04-10T17:05:44.808" v="14001" actId="20577"/>
        <pc:sldMkLst>
          <pc:docMk/>
          <pc:sldMk cId="3295086287" sldId="402"/>
        </pc:sldMkLst>
        <pc:spChg chg="mod">
          <ac:chgData name="Tang, Ruixuan" userId="218e1d3e-8893-41f1-b7a4-0c24a7169235" providerId="ADAL" clId="{408EBE6E-6FE9-4E79-9795-3E140E2F5C5A}" dt="2026-04-10T16:42:12.237" v="12995" actId="20577"/>
          <ac:spMkLst>
            <pc:docMk/>
            <pc:sldMk cId="3295086287" sldId="402"/>
            <ac:spMk id="2" creationId="{7A3F6C2A-E2A2-C168-7FAF-CA603C3A2E46}"/>
          </ac:spMkLst>
        </pc:spChg>
        <pc:spChg chg="add mod">
          <ac:chgData name="Tang, Ruixuan" userId="218e1d3e-8893-41f1-b7a4-0c24a7169235" providerId="ADAL" clId="{408EBE6E-6FE9-4E79-9795-3E140E2F5C5A}" dt="2026-04-10T17:05:44.808" v="14001" actId="20577"/>
          <ac:spMkLst>
            <pc:docMk/>
            <pc:sldMk cId="3295086287" sldId="402"/>
            <ac:spMk id="5" creationId="{2D680449-B0DB-BD2D-8F8D-3B58CA57506E}"/>
          </ac:spMkLst>
        </pc:spChg>
        <pc:picChg chg="mod">
          <ac:chgData name="Tang, Ruixuan" userId="218e1d3e-8893-41f1-b7a4-0c24a7169235" providerId="ADAL" clId="{408EBE6E-6FE9-4E79-9795-3E140E2F5C5A}" dt="2026-04-08T18:19:29.082" v="7362" actId="1076"/>
          <ac:picMkLst>
            <pc:docMk/>
            <pc:sldMk cId="3295086287" sldId="402"/>
            <ac:picMk id="7" creationId="{B7F63C47-DBEB-A5EA-9810-75B12A8455C5}"/>
          </ac:picMkLst>
        </pc:picChg>
      </pc:sldChg>
      <pc:sldChg chg="addSp modSp new mod modNotesTx">
        <pc:chgData name="Tang, Ruixuan" userId="218e1d3e-8893-41f1-b7a4-0c24a7169235" providerId="ADAL" clId="{408EBE6E-6FE9-4E79-9795-3E140E2F5C5A}" dt="2026-04-10T15:58:42.113" v="12346" actId="20577"/>
        <pc:sldMkLst>
          <pc:docMk/>
          <pc:sldMk cId="1208582260" sldId="403"/>
        </pc:sldMkLst>
        <pc:spChg chg="mod">
          <ac:chgData name="Tang, Ruixuan" userId="218e1d3e-8893-41f1-b7a4-0c24a7169235" providerId="ADAL" clId="{408EBE6E-6FE9-4E79-9795-3E140E2F5C5A}" dt="2026-04-08T18:06:45.413" v="7069"/>
          <ac:spMkLst>
            <pc:docMk/>
            <pc:sldMk cId="1208582260" sldId="403"/>
            <ac:spMk id="2" creationId="{E3959310-8162-2182-5519-2DF42D5119DA}"/>
          </ac:spMkLst>
        </pc:spChg>
        <pc:spChg chg="mod">
          <ac:chgData name="Tang, Ruixuan" userId="218e1d3e-8893-41f1-b7a4-0c24a7169235" providerId="ADAL" clId="{408EBE6E-6FE9-4E79-9795-3E140E2F5C5A}" dt="2026-04-10T15:21:30.423" v="11739" actId="20577"/>
          <ac:spMkLst>
            <pc:docMk/>
            <pc:sldMk cId="1208582260" sldId="403"/>
            <ac:spMk id="3" creationId="{1F72EDF4-8AB5-5923-4866-B8EF0A3445FC}"/>
          </ac:spMkLst>
        </pc:spChg>
        <pc:picChg chg="add mod">
          <ac:chgData name="Tang, Ruixuan" userId="218e1d3e-8893-41f1-b7a4-0c24a7169235" providerId="ADAL" clId="{408EBE6E-6FE9-4E79-9795-3E140E2F5C5A}" dt="2026-04-08T18:07:16.479" v="7081" actId="1076"/>
          <ac:picMkLst>
            <pc:docMk/>
            <pc:sldMk cId="1208582260" sldId="403"/>
            <ac:picMk id="5" creationId="{1F76CF7B-ABEF-A433-CF07-EAA538A7BDDA}"/>
          </ac:picMkLst>
        </pc:picChg>
      </pc:sldChg>
      <pc:sldChg chg="addSp delSp modSp add mod modNotesTx">
        <pc:chgData name="Tang, Ruixuan" userId="218e1d3e-8893-41f1-b7a4-0c24a7169235" providerId="ADAL" clId="{408EBE6E-6FE9-4E79-9795-3E140E2F5C5A}" dt="2026-04-10T16:42:00.819" v="12994" actId="313"/>
        <pc:sldMkLst>
          <pc:docMk/>
          <pc:sldMk cId="379807557" sldId="404"/>
        </pc:sldMkLst>
        <pc:spChg chg="mod">
          <ac:chgData name="Tang, Ruixuan" userId="218e1d3e-8893-41f1-b7a4-0c24a7169235" providerId="ADAL" clId="{408EBE6E-6FE9-4E79-9795-3E140E2F5C5A}" dt="2026-04-08T18:08:53.323" v="7226" actId="20577"/>
          <ac:spMkLst>
            <pc:docMk/>
            <pc:sldMk cId="379807557" sldId="404"/>
            <ac:spMk id="2" creationId="{E3959310-8162-2182-5519-2DF42D5119DA}"/>
          </ac:spMkLst>
        </pc:spChg>
        <pc:spChg chg="mod">
          <ac:chgData name="Tang, Ruixuan" userId="218e1d3e-8893-41f1-b7a4-0c24a7169235" providerId="ADAL" clId="{408EBE6E-6FE9-4E79-9795-3E140E2F5C5A}" dt="2026-04-10T16:42:00.819" v="12994" actId="313"/>
          <ac:spMkLst>
            <pc:docMk/>
            <pc:sldMk cId="379807557" sldId="404"/>
            <ac:spMk id="3" creationId="{1F72EDF4-8AB5-5923-4866-B8EF0A3445FC}"/>
          </ac:spMkLst>
        </pc:spChg>
        <pc:picChg chg="del">
          <ac:chgData name="Tang, Ruixuan" userId="218e1d3e-8893-41f1-b7a4-0c24a7169235" providerId="ADAL" clId="{408EBE6E-6FE9-4E79-9795-3E140E2F5C5A}" dt="2026-04-08T18:08:55.032" v="7227" actId="478"/>
          <ac:picMkLst>
            <pc:docMk/>
            <pc:sldMk cId="379807557" sldId="404"/>
            <ac:picMk id="5" creationId="{1F76CF7B-ABEF-A433-CF07-EAA538A7BDDA}"/>
          </ac:picMkLst>
        </pc:picChg>
        <pc:picChg chg="add mod">
          <ac:chgData name="Tang, Ruixuan" userId="218e1d3e-8893-41f1-b7a4-0c24a7169235" providerId="ADAL" clId="{408EBE6E-6FE9-4E79-9795-3E140E2F5C5A}" dt="2026-04-08T18:23:08.962" v="7593" actId="1076"/>
          <ac:picMkLst>
            <pc:docMk/>
            <pc:sldMk cId="379807557" sldId="404"/>
            <ac:picMk id="6" creationId="{756209F8-7F44-EAED-D8AF-03123B384C51}"/>
          </ac:picMkLst>
        </pc:picChg>
      </pc:sldChg>
      <pc:sldChg chg="addSp delSp modSp add mod">
        <pc:chgData name="Tang, Ruixuan" userId="218e1d3e-8893-41f1-b7a4-0c24a7169235" providerId="ADAL" clId="{408EBE6E-6FE9-4E79-9795-3E140E2F5C5A}" dt="2026-04-10T16:11:48.201" v="12946" actId="20577"/>
        <pc:sldMkLst>
          <pc:docMk/>
          <pc:sldMk cId="1774156644" sldId="405"/>
        </pc:sldMkLst>
        <pc:spChg chg="mod">
          <ac:chgData name="Tang, Ruixuan" userId="218e1d3e-8893-41f1-b7a4-0c24a7169235" providerId="ADAL" clId="{408EBE6E-6FE9-4E79-9795-3E140E2F5C5A}" dt="2026-04-08T18:09:50.987" v="7274" actId="20577"/>
          <ac:spMkLst>
            <pc:docMk/>
            <pc:sldMk cId="1774156644" sldId="405"/>
            <ac:spMk id="2" creationId="{E3959310-8162-2182-5519-2DF42D5119DA}"/>
          </ac:spMkLst>
        </pc:spChg>
        <pc:spChg chg="mod">
          <ac:chgData name="Tang, Ruixuan" userId="218e1d3e-8893-41f1-b7a4-0c24a7169235" providerId="ADAL" clId="{408EBE6E-6FE9-4E79-9795-3E140E2F5C5A}" dt="2026-04-10T16:11:48.201" v="12946" actId="20577"/>
          <ac:spMkLst>
            <pc:docMk/>
            <pc:sldMk cId="1774156644" sldId="405"/>
            <ac:spMk id="3" creationId="{1F72EDF4-8AB5-5923-4866-B8EF0A3445FC}"/>
          </ac:spMkLst>
        </pc:spChg>
        <pc:picChg chg="del">
          <ac:chgData name="Tang, Ruixuan" userId="218e1d3e-8893-41f1-b7a4-0c24a7169235" providerId="ADAL" clId="{408EBE6E-6FE9-4E79-9795-3E140E2F5C5A}" dt="2026-04-08T18:09:53.126" v="7275" actId="478"/>
          <ac:picMkLst>
            <pc:docMk/>
            <pc:sldMk cId="1774156644" sldId="405"/>
            <ac:picMk id="5" creationId="{1F76CF7B-ABEF-A433-CF07-EAA538A7BDDA}"/>
          </ac:picMkLst>
        </pc:picChg>
        <pc:picChg chg="add mod">
          <ac:chgData name="Tang, Ruixuan" userId="218e1d3e-8893-41f1-b7a4-0c24a7169235" providerId="ADAL" clId="{408EBE6E-6FE9-4E79-9795-3E140E2F5C5A}" dt="2026-04-08T18:43:19.938" v="8409" actId="1076"/>
          <ac:picMkLst>
            <pc:docMk/>
            <pc:sldMk cId="1774156644" sldId="405"/>
            <ac:picMk id="6" creationId="{95630C70-C7D2-FC59-6593-97FADCAF94A6}"/>
          </ac:picMkLst>
        </pc:picChg>
      </pc:sldChg>
      <pc:sldChg chg="addSp delSp modSp add mod">
        <pc:chgData name="Tang, Ruixuan" userId="218e1d3e-8893-41f1-b7a4-0c24a7169235" providerId="ADAL" clId="{408EBE6E-6FE9-4E79-9795-3E140E2F5C5A}" dt="2026-04-10T16:18:09.030" v="12993" actId="20577"/>
        <pc:sldMkLst>
          <pc:docMk/>
          <pc:sldMk cId="2821800223" sldId="406"/>
        </pc:sldMkLst>
        <pc:spChg chg="mod">
          <ac:chgData name="Tang, Ruixuan" userId="218e1d3e-8893-41f1-b7a4-0c24a7169235" providerId="ADAL" clId="{408EBE6E-6FE9-4E79-9795-3E140E2F5C5A}" dt="2026-04-08T18:16:31.745" v="7344" actId="20577"/>
          <ac:spMkLst>
            <pc:docMk/>
            <pc:sldMk cId="2821800223" sldId="406"/>
            <ac:spMk id="2" creationId="{E3959310-8162-2182-5519-2DF42D5119DA}"/>
          </ac:spMkLst>
        </pc:spChg>
        <pc:spChg chg="mod">
          <ac:chgData name="Tang, Ruixuan" userId="218e1d3e-8893-41f1-b7a4-0c24a7169235" providerId="ADAL" clId="{408EBE6E-6FE9-4E79-9795-3E140E2F5C5A}" dt="2026-04-10T16:18:09.030" v="12993" actId="20577"/>
          <ac:spMkLst>
            <pc:docMk/>
            <pc:sldMk cId="2821800223" sldId="406"/>
            <ac:spMk id="3" creationId="{1F72EDF4-8AB5-5923-4866-B8EF0A3445FC}"/>
          </ac:spMkLst>
        </pc:spChg>
        <pc:picChg chg="del">
          <ac:chgData name="Tang, Ruixuan" userId="218e1d3e-8893-41f1-b7a4-0c24a7169235" providerId="ADAL" clId="{408EBE6E-6FE9-4E79-9795-3E140E2F5C5A}" dt="2026-04-08T18:18:37.722" v="7349" actId="478"/>
          <ac:picMkLst>
            <pc:docMk/>
            <pc:sldMk cId="2821800223" sldId="406"/>
            <ac:picMk id="5" creationId="{1F76CF7B-ABEF-A433-CF07-EAA538A7BDDA}"/>
          </ac:picMkLst>
        </pc:picChg>
        <pc:picChg chg="add mod">
          <ac:chgData name="Tang, Ruixuan" userId="218e1d3e-8893-41f1-b7a4-0c24a7169235" providerId="ADAL" clId="{408EBE6E-6FE9-4E79-9795-3E140E2F5C5A}" dt="2026-04-08T18:18:52.039" v="7355" actId="1076"/>
          <ac:picMkLst>
            <pc:docMk/>
            <pc:sldMk cId="2821800223" sldId="406"/>
            <ac:picMk id="6" creationId="{3FA1AC33-F808-2DA0-852D-9F598D7ED2DC}"/>
          </ac:picMkLst>
        </pc:picChg>
      </pc:sldChg>
      <pc:sldChg chg="delSp modSp add del mod">
        <pc:chgData name="Tang, Ruixuan" userId="218e1d3e-8893-41f1-b7a4-0c24a7169235" providerId="ADAL" clId="{408EBE6E-6FE9-4E79-9795-3E140E2F5C5A}" dt="2026-04-08T18:19:32.586" v="7363" actId="47"/>
        <pc:sldMkLst>
          <pc:docMk/>
          <pc:sldMk cId="1583091378" sldId="407"/>
        </pc:sldMkLst>
        <pc:spChg chg="mod">
          <ac:chgData name="Tang, Ruixuan" userId="218e1d3e-8893-41f1-b7a4-0c24a7169235" providerId="ADAL" clId="{408EBE6E-6FE9-4E79-9795-3E140E2F5C5A}" dt="2026-04-08T18:16:38.045" v="7345" actId="20577"/>
          <ac:spMkLst>
            <pc:docMk/>
            <pc:sldMk cId="1583091378" sldId="407"/>
            <ac:spMk id="2" creationId="{E3959310-8162-2182-5519-2DF42D5119DA}"/>
          </ac:spMkLst>
        </pc:spChg>
        <pc:picChg chg="del">
          <ac:chgData name="Tang, Ruixuan" userId="218e1d3e-8893-41f1-b7a4-0c24a7169235" providerId="ADAL" clId="{408EBE6E-6FE9-4E79-9795-3E140E2F5C5A}" dt="2026-04-08T18:19:04.686" v="7356" actId="478"/>
          <ac:picMkLst>
            <pc:docMk/>
            <pc:sldMk cId="1583091378" sldId="407"/>
            <ac:picMk id="5" creationId="{1F76CF7B-ABEF-A433-CF07-EAA538A7BDDA}"/>
          </ac:picMkLst>
        </pc:picChg>
      </pc:sldChg>
      <pc:sldChg chg="modSp new mod">
        <pc:chgData name="Tang, Ruixuan" userId="218e1d3e-8893-41f1-b7a4-0c24a7169235" providerId="ADAL" clId="{408EBE6E-6FE9-4E79-9795-3E140E2F5C5A}" dt="2026-04-10T17:07:07.722" v="14010" actId="20577"/>
        <pc:sldMkLst>
          <pc:docMk/>
          <pc:sldMk cId="2215246537" sldId="407"/>
        </pc:sldMkLst>
        <pc:spChg chg="mod">
          <ac:chgData name="Tang, Ruixuan" userId="218e1d3e-8893-41f1-b7a4-0c24a7169235" providerId="ADAL" clId="{408EBE6E-6FE9-4E79-9795-3E140E2F5C5A}" dt="2026-04-08T19:51:46.634" v="10921" actId="20577"/>
          <ac:spMkLst>
            <pc:docMk/>
            <pc:sldMk cId="2215246537" sldId="407"/>
            <ac:spMk id="2" creationId="{7C1D3871-05AA-0A5A-A315-4EA92A1B02D4}"/>
          </ac:spMkLst>
        </pc:spChg>
        <pc:spChg chg="mod">
          <ac:chgData name="Tang, Ruixuan" userId="218e1d3e-8893-41f1-b7a4-0c24a7169235" providerId="ADAL" clId="{408EBE6E-6FE9-4E79-9795-3E140E2F5C5A}" dt="2026-04-10T17:07:07.722" v="14010" actId="20577"/>
          <ac:spMkLst>
            <pc:docMk/>
            <pc:sldMk cId="2215246537" sldId="407"/>
            <ac:spMk id="3" creationId="{976419D2-13F9-1A8B-7EEB-ADCF41AD4263}"/>
          </ac:spMkLst>
        </pc:spChg>
      </pc:sldChg>
      <pc:sldChg chg="modSp new mod">
        <pc:chgData name="Tang, Ruixuan" userId="218e1d3e-8893-41f1-b7a4-0c24a7169235" providerId="ADAL" clId="{408EBE6E-6FE9-4E79-9795-3E140E2F5C5A}" dt="2026-04-10T19:19:44.394" v="14654" actId="20577"/>
        <pc:sldMkLst>
          <pc:docMk/>
          <pc:sldMk cId="317464328" sldId="408"/>
        </pc:sldMkLst>
        <pc:spChg chg="mod">
          <ac:chgData name="Tang, Ruixuan" userId="218e1d3e-8893-41f1-b7a4-0c24a7169235" providerId="ADAL" clId="{408EBE6E-6FE9-4E79-9795-3E140E2F5C5A}" dt="2026-04-10T19:14:08.867" v="14307" actId="20577"/>
          <ac:spMkLst>
            <pc:docMk/>
            <pc:sldMk cId="317464328" sldId="408"/>
            <ac:spMk id="2" creationId="{2A3B202C-4417-7600-4833-95171E5271A4}"/>
          </ac:spMkLst>
        </pc:spChg>
        <pc:spChg chg="mod">
          <ac:chgData name="Tang, Ruixuan" userId="218e1d3e-8893-41f1-b7a4-0c24a7169235" providerId="ADAL" clId="{408EBE6E-6FE9-4E79-9795-3E140E2F5C5A}" dt="2026-04-10T19:19:44.394" v="14654" actId="20577"/>
          <ac:spMkLst>
            <pc:docMk/>
            <pc:sldMk cId="317464328" sldId="408"/>
            <ac:spMk id="3" creationId="{04EEA490-977B-2E4B-0DC1-07D5C4AC0D36}"/>
          </ac:spMkLst>
        </pc:spChg>
      </pc:sldChg>
      <pc:sldChg chg="add del">
        <pc:chgData name="Tang, Ruixuan" userId="218e1d3e-8893-41f1-b7a4-0c24a7169235" providerId="ADAL" clId="{408EBE6E-6FE9-4E79-9795-3E140E2F5C5A}" dt="2026-04-08T18:18:33.055" v="7348" actId="47"/>
        <pc:sldMkLst>
          <pc:docMk/>
          <pc:sldMk cId="2645766617" sldId="408"/>
        </pc:sldMkLst>
      </pc:sldChg>
    </pc:docChg>
  </pc:docChgLst>
  <pc:docChgLst>
    <pc:chgData name="Tang, Ruixuan" userId="218e1d3e-8893-41f1-b7a4-0c24a7169235" providerId="ADAL" clId="{D43F49C1-39A5-470E-8B9F-C3B8B18E6B8C}"/>
    <pc:docChg chg="undo custSel addSld delSld modSld">
      <pc:chgData name="Tang, Ruixuan" userId="218e1d3e-8893-41f1-b7a4-0c24a7169235" providerId="ADAL" clId="{D43F49C1-39A5-470E-8B9F-C3B8B18E6B8C}" dt="2026-04-03T20:50:15.516" v="2509" actId="20577"/>
      <pc:docMkLst>
        <pc:docMk/>
      </pc:docMkLst>
      <pc:sldChg chg="modSp mod">
        <pc:chgData name="Tang, Ruixuan" userId="218e1d3e-8893-41f1-b7a4-0c24a7169235" providerId="ADAL" clId="{D43F49C1-39A5-470E-8B9F-C3B8B18E6B8C}" dt="2026-04-03T18:36:31.581" v="7" actId="20577"/>
        <pc:sldMkLst>
          <pc:docMk/>
          <pc:sldMk cId="2109493621" sldId="341"/>
        </pc:sldMkLst>
        <pc:spChg chg="mod">
          <ac:chgData name="Tang, Ruixuan" userId="218e1d3e-8893-41f1-b7a4-0c24a7169235" providerId="ADAL" clId="{D43F49C1-39A5-470E-8B9F-C3B8B18E6B8C}" dt="2026-04-03T18:36:31.581" v="7" actId="20577"/>
          <ac:spMkLst>
            <pc:docMk/>
            <pc:sldMk cId="2109493621" sldId="341"/>
            <ac:spMk id="2" creationId="{358BD015-8208-A241-810D-E329330D0B37}"/>
          </ac:spMkLst>
        </pc:spChg>
      </pc:sldChg>
      <pc:sldChg chg="del">
        <pc:chgData name="Tang, Ruixuan" userId="218e1d3e-8893-41f1-b7a4-0c24a7169235" providerId="ADAL" clId="{D43F49C1-39A5-470E-8B9F-C3B8B18E6B8C}" dt="2026-04-03T18:36:34.745" v="8" actId="47"/>
        <pc:sldMkLst>
          <pc:docMk/>
          <pc:sldMk cId="2383979802" sldId="354"/>
        </pc:sldMkLst>
      </pc:sldChg>
      <pc:sldChg chg="del">
        <pc:chgData name="Tang, Ruixuan" userId="218e1d3e-8893-41f1-b7a4-0c24a7169235" providerId="ADAL" clId="{D43F49C1-39A5-470E-8B9F-C3B8B18E6B8C}" dt="2026-04-03T18:36:49.059" v="20" actId="47"/>
        <pc:sldMkLst>
          <pc:docMk/>
          <pc:sldMk cId="1526792514" sldId="355"/>
        </pc:sldMkLst>
      </pc:sldChg>
      <pc:sldChg chg="modSp mod">
        <pc:chgData name="Tang, Ruixuan" userId="218e1d3e-8893-41f1-b7a4-0c24a7169235" providerId="ADAL" clId="{D43F49C1-39A5-470E-8B9F-C3B8B18E6B8C}" dt="2026-04-03T19:53:12.397" v="739" actId="20577"/>
        <pc:sldMkLst>
          <pc:docMk/>
          <pc:sldMk cId="3644140579" sldId="360"/>
        </pc:sldMkLst>
        <pc:spChg chg="mod">
          <ac:chgData name="Tang, Ruixuan" userId="218e1d3e-8893-41f1-b7a4-0c24a7169235" providerId="ADAL" clId="{D43F49C1-39A5-470E-8B9F-C3B8B18E6B8C}" dt="2026-04-03T19:53:12.397" v="739" actId="20577"/>
          <ac:spMkLst>
            <pc:docMk/>
            <pc:sldMk cId="3644140579" sldId="360"/>
            <ac:spMk id="3" creationId="{31CCCA73-7E70-8162-90F6-85DE3FE77084}"/>
          </ac:spMkLst>
        </pc:spChg>
      </pc:sldChg>
      <pc:sldChg chg="del">
        <pc:chgData name="Tang, Ruixuan" userId="218e1d3e-8893-41f1-b7a4-0c24a7169235" providerId="ADAL" clId="{D43F49C1-39A5-470E-8B9F-C3B8B18E6B8C}" dt="2026-04-03T18:37:04.637" v="28" actId="47"/>
        <pc:sldMkLst>
          <pc:docMk/>
          <pc:sldMk cId="3394353688" sldId="361"/>
        </pc:sldMkLst>
      </pc:sldChg>
      <pc:sldChg chg="del">
        <pc:chgData name="Tang, Ruixuan" userId="218e1d3e-8893-41f1-b7a4-0c24a7169235" providerId="ADAL" clId="{D43F49C1-39A5-470E-8B9F-C3B8B18E6B8C}" dt="2026-04-03T18:36:36.122" v="11" actId="47"/>
        <pc:sldMkLst>
          <pc:docMk/>
          <pc:sldMk cId="2669326785" sldId="365"/>
        </pc:sldMkLst>
      </pc:sldChg>
      <pc:sldChg chg="del">
        <pc:chgData name="Tang, Ruixuan" userId="218e1d3e-8893-41f1-b7a4-0c24a7169235" providerId="ADAL" clId="{D43F49C1-39A5-470E-8B9F-C3B8B18E6B8C}" dt="2026-04-03T18:36:47.587" v="18" actId="47"/>
        <pc:sldMkLst>
          <pc:docMk/>
          <pc:sldMk cId="3372574907" sldId="370"/>
        </pc:sldMkLst>
      </pc:sldChg>
      <pc:sldChg chg="del">
        <pc:chgData name="Tang, Ruixuan" userId="218e1d3e-8893-41f1-b7a4-0c24a7169235" providerId="ADAL" clId="{D43F49C1-39A5-470E-8B9F-C3B8B18E6B8C}" dt="2026-04-03T18:36:48.236" v="19" actId="47"/>
        <pc:sldMkLst>
          <pc:docMk/>
          <pc:sldMk cId="2565692294" sldId="372"/>
        </pc:sldMkLst>
      </pc:sldChg>
      <pc:sldChg chg="del">
        <pc:chgData name="Tang, Ruixuan" userId="218e1d3e-8893-41f1-b7a4-0c24a7169235" providerId="ADAL" clId="{D43F49C1-39A5-470E-8B9F-C3B8B18E6B8C}" dt="2026-04-03T18:36:49.341" v="21" actId="47"/>
        <pc:sldMkLst>
          <pc:docMk/>
          <pc:sldMk cId="207991765" sldId="373"/>
        </pc:sldMkLst>
      </pc:sldChg>
      <pc:sldChg chg="del">
        <pc:chgData name="Tang, Ruixuan" userId="218e1d3e-8893-41f1-b7a4-0c24a7169235" providerId="ADAL" clId="{D43F49C1-39A5-470E-8B9F-C3B8B18E6B8C}" dt="2026-04-03T18:36:35.424" v="10" actId="47"/>
        <pc:sldMkLst>
          <pc:docMk/>
          <pc:sldMk cId="1101392027" sldId="374"/>
        </pc:sldMkLst>
      </pc:sldChg>
      <pc:sldChg chg="del">
        <pc:chgData name="Tang, Ruixuan" userId="218e1d3e-8893-41f1-b7a4-0c24a7169235" providerId="ADAL" clId="{D43F49C1-39A5-470E-8B9F-C3B8B18E6B8C}" dt="2026-04-03T18:36:50.760" v="24" actId="47"/>
        <pc:sldMkLst>
          <pc:docMk/>
          <pc:sldMk cId="2091659892" sldId="375"/>
        </pc:sldMkLst>
      </pc:sldChg>
      <pc:sldChg chg="add del">
        <pc:chgData name="Tang, Ruixuan" userId="218e1d3e-8893-41f1-b7a4-0c24a7169235" providerId="ADAL" clId="{D43F49C1-39A5-470E-8B9F-C3B8B18E6B8C}" dt="2026-04-03T18:36:42.264" v="16" actId="47"/>
        <pc:sldMkLst>
          <pc:docMk/>
          <pc:sldMk cId="2709536400" sldId="377"/>
        </pc:sldMkLst>
      </pc:sldChg>
      <pc:sldChg chg="new">
        <pc:chgData name="Tang, Ruixuan" userId="218e1d3e-8893-41f1-b7a4-0c24a7169235" providerId="ADAL" clId="{D43F49C1-39A5-470E-8B9F-C3B8B18E6B8C}" dt="2026-04-03T19:30:31.702" v="29" actId="680"/>
        <pc:sldMkLst>
          <pc:docMk/>
          <pc:sldMk cId="741982440" sldId="378"/>
        </pc:sldMkLst>
      </pc:sldChg>
      <pc:sldChg chg="addSp delSp modSp new mod">
        <pc:chgData name="Tang, Ruixuan" userId="218e1d3e-8893-41f1-b7a4-0c24a7169235" providerId="ADAL" clId="{D43F49C1-39A5-470E-8B9F-C3B8B18E6B8C}" dt="2026-04-03T20:31:56.737" v="1617" actId="20577"/>
        <pc:sldMkLst>
          <pc:docMk/>
          <pc:sldMk cId="1671358438" sldId="379"/>
        </pc:sldMkLst>
        <pc:spChg chg="mod">
          <ac:chgData name="Tang, Ruixuan" userId="218e1d3e-8893-41f1-b7a4-0c24a7169235" providerId="ADAL" clId="{D43F49C1-39A5-470E-8B9F-C3B8B18E6B8C}" dt="2026-04-03T20:17:35.241" v="1258" actId="20577"/>
          <ac:spMkLst>
            <pc:docMk/>
            <pc:sldMk cId="1671358438" sldId="379"/>
            <ac:spMk id="2" creationId="{7A3F6C2A-E2A2-C168-7FAF-CA603C3A2E46}"/>
          </ac:spMkLst>
        </pc:spChg>
        <pc:spChg chg="del">
          <ac:chgData name="Tang, Ruixuan" userId="218e1d3e-8893-41f1-b7a4-0c24a7169235" providerId="ADAL" clId="{D43F49C1-39A5-470E-8B9F-C3B8B18E6B8C}" dt="2026-04-03T19:31:02.141" v="79" actId="478"/>
          <ac:spMkLst>
            <pc:docMk/>
            <pc:sldMk cId="1671358438" sldId="379"/>
            <ac:spMk id="3" creationId="{58734FAC-BE5A-347A-9931-EC77C9F2CAC5}"/>
          </ac:spMkLst>
        </pc:spChg>
        <pc:spChg chg="add del">
          <ac:chgData name="Tang, Ruixuan" userId="218e1d3e-8893-41f1-b7a4-0c24a7169235" providerId="ADAL" clId="{D43F49C1-39A5-470E-8B9F-C3B8B18E6B8C}" dt="2026-04-03T19:31:50.418" v="81" actId="478"/>
          <ac:spMkLst>
            <pc:docMk/>
            <pc:sldMk cId="1671358438" sldId="379"/>
            <ac:spMk id="6" creationId="{DF14013F-B4DE-1310-1117-F43611303CD0}"/>
          </ac:spMkLst>
        </pc:spChg>
        <pc:spChg chg="add mod">
          <ac:chgData name="Tang, Ruixuan" userId="218e1d3e-8893-41f1-b7a4-0c24a7169235" providerId="ADAL" clId="{D43F49C1-39A5-470E-8B9F-C3B8B18E6B8C}" dt="2026-04-03T20:31:56.737" v="1617" actId="20577"/>
          <ac:spMkLst>
            <pc:docMk/>
            <pc:sldMk cId="1671358438" sldId="379"/>
            <ac:spMk id="13" creationId="{80AD3DAC-79EE-089F-17C5-816567322491}"/>
          </ac:spMkLst>
        </pc:spChg>
        <pc:picChg chg="add del mod">
          <ac:chgData name="Tang, Ruixuan" userId="218e1d3e-8893-41f1-b7a4-0c24a7169235" providerId="ADAL" clId="{D43F49C1-39A5-470E-8B9F-C3B8B18E6B8C}" dt="2026-04-03T19:32:05.201" v="84" actId="478"/>
          <ac:picMkLst>
            <pc:docMk/>
            <pc:sldMk cId="1671358438" sldId="379"/>
            <ac:picMk id="8" creationId="{22E4F1E5-5FA0-8AD0-1909-8AA221DA00D2}"/>
          </ac:picMkLst>
        </pc:picChg>
        <pc:picChg chg="add del mod">
          <ac:chgData name="Tang, Ruixuan" userId="218e1d3e-8893-41f1-b7a4-0c24a7169235" providerId="ADAL" clId="{D43F49C1-39A5-470E-8B9F-C3B8B18E6B8C}" dt="2026-04-03T19:53:36.199" v="740" actId="478"/>
          <ac:picMkLst>
            <pc:docMk/>
            <pc:sldMk cId="1671358438" sldId="379"/>
            <ac:picMk id="10" creationId="{08202A16-4B62-4776-890E-8ACEFD2BB480}"/>
          </ac:picMkLst>
        </pc:picChg>
        <pc:picChg chg="add mod">
          <ac:chgData name="Tang, Ruixuan" userId="218e1d3e-8893-41f1-b7a4-0c24a7169235" providerId="ADAL" clId="{D43F49C1-39A5-470E-8B9F-C3B8B18E6B8C}" dt="2026-04-03T20:27:27.848" v="1294" actId="1076"/>
          <ac:picMkLst>
            <pc:docMk/>
            <pc:sldMk cId="1671358438" sldId="379"/>
            <ac:picMk id="12" creationId="{8C979FE2-A4B5-5FC1-B012-5BACAFBCDDF8}"/>
          </ac:picMkLst>
        </pc:picChg>
      </pc:sldChg>
      <pc:sldChg chg="del">
        <pc:chgData name="Tang, Ruixuan" userId="218e1d3e-8893-41f1-b7a4-0c24a7169235" providerId="ADAL" clId="{D43F49C1-39A5-470E-8B9F-C3B8B18E6B8C}" dt="2026-04-03T18:36:50.106" v="23" actId="47"/>
        <pc:sldMkLst>
          <pc:docMk/>
          <pc:sldMk cId="3231475259" sldId="379"/>
        </pc:sldMkLst>
      </pc:sldChg>
      <pc:sldChg chg="modSp new mod">
        <pc:chgData name="Tang, Ruixuan" userId="218e1d3e-8893-41f1-b7a4-0c24a7169235" providerId="ADAL" clId="{D43F49C1-39A5-470E-8B9F-C3B8B18E6B8C}" dt="2026-04-03T20:50:15.516" v="2509" actId="20577"/>
        <pc:sldMkLst>
          <pc:docMk/>
          <pc:sldMk cId="1856400400" sldId="380"/>
        </pc:sldMkLst>
        <pc:spChg chg="mod">
          <ac:chgData name="Tang, Ruixuan" userId="218e1d3e-8893-41f1-b7a4-0c24a7169235" providerId="ADAL" clId="{D43F49C1-39A5-470E-8B9F-C3B8B18E6B8C}" dt="2026-04-03T20:49:53.661" v="2470" actId="20577"/>
          <ac:spMkLst>
            <pc:docMk/>
            <pc:sldMk cId="1856400400" sldId="380"/>
            <ac:spMk id="2" creationId="{B2A9C20A-2549-88A0-42B6-8CB4D4213297}"/>
          </ac:spMkLst>
        </pc:spChg>
        <pc:spChg chg="mod">
          <ac:chgData name="Tang, Ruixuan" userId="218e1d3e-8893-41f1-b7a4-0c24a7169235" providerId="ADAL" clId="{D43F49C1-39A5-470E-8B9F-C3B8B18E6B8C}" dt="2026-04-03T20:50:15.516" v="2509" actId="20577"/>
          <ac:spMkLst>
            <pc:docMk/>
            <pc:sldMk cId="1856400400" sldId="380"/>
            <ac:spMk id="3" creationId="{088FF4E4-490F-07C1-26E3-308E0CD477E2}"/>
          </ac:spMkLst>
        </pc:spChg>
      </pc:sldChg>
      <pc:sldChg chg="del">
        <pc:chgData name="Tang, Ruixuan" userId="218e1d3e-8893-41f1-b7a4-0c24a7169235" providerId="ADAL" clId="{D43F49C1-39A5-470E-8B9F-C3B8B18E6B8C}" dt="2026-04-03T18:36:51.517" v="25" actId="47"/>
        <pc:sldMkLst>
          <pc:docMk/>
          <pc:sldMk cId="3067268390" sldId="381"/>
        </pc:sldMkLst>
      </pc:sldChg>
      <pc:sldChg chg="new">
        <pc:chgData name="Tang, Ruixuan" userId="218e1d3e-8893-41f1-b7a4-0c24a7169235" providerId="ADAL" clId="{D43F49C1-39A5-470E-8B9F-C3B8B18E6B8C}" dt="2026-04-03T19:30:32.398" v="32" actId="680"/>
        <pc:sldMkLst>
          <pc:docMk/>
          <pc:sldMk cId="3685823791" sldId="381"/>
        </pc:sldMkLst>
      </pc:sldChg>
      <pc:sldChg chg="new">
        <pc:chgData name="Tang, Ruixuan" userId="218e1d3e-8893-41f1-b7a4-0c24a7169235" providerId="ADAL" clId="{D43F49C1-39A5-470E-8B9F-C3B8B18E6B8C}" dt="2026-04-03T19:30:32.591" v="33" actId="680"/>
        <pc:sldMkLst>
          <pc:docMk/>
          <pc:sldMk cId="1345421074" sldId="382"/>
        </pc:sldMkLst>
      </pc:sldChg>
      <pc:sldChg chg="modSp new mod">
        <pc:chgData name="Tang, Ruixuan" userId="218e1d3e-8893-41f1-b7a4-0c24a7169235" providerId="ADAL" clId="{D43F49C1-39A5-470E-8B9F-C3B8B18E6B8C}" dt="2026-04-03T20:21:34.590" v="1270" actId="313"/>
        <pc:sldMkLst>
          <pc:docMk/>
          <pc:sldMk cId="4212908319" sldId="383"/>
        </pc:sldMkLst>
        <pc:spChg chg="mod">
          <ac:chgData name="Tang, Ruixuan" userId="218e1d3e-8893-41f1-b7a4-0c24a7169235" providerId="ADAL" clId="{D43F49C1-39A5-470E-8B9F-C3B8B18E6B8C}" dt="2026-04-03T19:54:01.700" v="760" actId="20577"/>
          <ac:spMkLst>
            <pc:docMk/>
            <pc:sldMk cId="4212908319" sldId="383"/>
            <ac:spMk id="2" creationId="{0F8C582C-D0A1-2F0E-85B2-9B7C1B55448E}"/>
          </ac:spMkLst>
        </pc:spChg>
        <pc:spChg chg="mod">
          <ac:chgData name="Tang, Ruixuan" userId="218e1d3e-8893-41f1-b7a4-0c24a7169235" providerId="ADAL" clId="{D43F49C1-39A5-470E-8B9F-C3B8B18E6B8C}" dt="2026-04-03T20:21:34.590" v="1270" actId="313"/>
          <ac:spMkLst>
            <pc:docMk/>
            <pc:sldMk cId="4212908319" sldId="383"/>
            <ac:spMk id="3" creationId="{ABEBFAFB-D131-27EE-C66C-1F69B3F8A3F5}"/>
          </ac:spMkLst>
        </pc:spChg>
      </pc:sldChg>
      <pc:sldChg chg="addSp delSp modSp add mod">
        <pc:chgData name="Tang, Ruixuan" userId="218e1d3e-8893-41f1-b7a4-0c24a7169235" providerId="ADAL" clId="{D43F49C1-39A5-470E-8B9F-C3B8B18E6B8C}" dt="2026-04-03T20:42:44.098" v="2217"/>
        <pc:sldMkLst>
          <pc:docMk/>
          <pc:sldMk cId="1897396983" sldId="384"/>
        </pc:sldMkLst>
        <pc:spChg chg="add mod">
          <ac:chgData name="Tang, Ruixuan" userId="218e1d3e-8893-41f1-b7a4-0c24a7169235" providerId="ADAL" clId="{D43F49C1-39A5-470E-8B9F-C3B8B18E6B8C}" dt="2026-04-03T20:42:44.098" v="2217"/>
          <ac:spMkLst>
            <pc:docMk/>
            <pc:sldMk cId="1897396983" sldId="384"/>
            <ac:spMk id="10" creationId="{A90C5FEF-C740-7A48-A5DE-F2BAA14C807B}"/>
          </ac:spMkLst>
        </pc:spChg>
        <pc:picChg chg="add mod">
          <ac:chgData name="Tang, Ruixuan" userId="218e1d3e-8893-41f1-b7a4-0c24a7169235" providerId="ADAL" clId="{D43F49C1-39A5-470E-8B9F-C3B8B18E6B8C}" dt="2026-04-03T20:34:14.200" v="1618" actId="1076"/>
          <ac:picMkLst>
            <pc:docMk/>
            <pc:sldMk cId="1897396983" sldId="384"/>
            <ac:picMk id="5" creationId="{C15869B3-6C6B-BEB0-F3EF-774D6DFFC872}"/>
          </ac:picMkLst>
        </pc:picChg>
        <pc:picChg chg="add mod">
          <ac:chgData name="Tang, Ruixuan" userId="218e1d3e-8893-41f1-b7a4-0c24a7169235" providerId="ADAL" clId="{D43F49C1-39A5-470E-8B9F-C3B8B18E6B8C}" dt="2026-04-03T20:27:06.801" v="1291" actId="1076"/>
          <ac:picMkLst>
            <pc:docMk/>
            <pc:sldMk cId="1897396983" sldId="384"/>
            <ac:picMk id="7" creationId="{EE9E631C-898C-5A04-87F9-0BEB6FDE4413}"/>
          </ac:picMkLst>
        </pc:picChg>
        <pc:picChg chg="add mod">
          <ac:chgData name="Tang, Ruixuan" userId="218e1d3e-8893-41f1-b7a4-0c24a7169235" providerId="ADAL" clId="{D43F49C1-39A5-470E-8B9F-C3B8B18E6B8C}" dt="2026-04-03T20:27:10.188" v="1292" actId="1076"/>
          <ac:picMkLst>
            <pc:docMk/>
            <pc:sldMk cId="1897396983" sldId="384"/>
            <ac:picMk id="9" creationId="{03A79089-B1AE-2707-6BFC-B2CBB24F2D66}"/>
          </ac:picMkLst>
        </pc:picChg>
        <pc:picChg chg="del">
          <ac:chgData name="Tang, Ruixuan" userId="218e1d3e-8893-41f1-b7a4-0c24a7169235" providerId="ADAL" clId="{D43F49C1-39A5-470E-8B9F-C3B8B18E6B8C}" dt="2026-04-03T20:20:23.226" v="1269" actId="478"/>
          <ac:picMkLst>
            <pc:docMk/>
            <pc:sldMk cId="1897396983" sldId="384"/>
            <ac:picMk id="12" creationId="{8C979FE2-A4B5-5FC1-B012-5BACAFBCDDF8}"/>
          </ac:picMkLst>
        </pc:picChg>
      </pc:sldChg>
      <pc:sldChg chg="addSp delSp modSp add mod">
        <pc:chgData name="Tang, Ruixuan" userId="218e1d3e-8893-41f1-b7a4-0c24a7169235" providerId="ADAL" clId="{D43F49C1-39A5-470E-8B9F-C3B8B18E6B8C}" dt="2026-04-03T20:49:47.508" v="2461" actId="20577"/>
        <pc:sldMkLst>
          <pc:docMk/>
          <pc:sldMk cId="1406550472" sldId="385"/>
        </pc:sldMkLst>
        <pc:spChg chg="mod">
          <ac:chgData name="Tang, Ruixuan" userId="218e1d3e-8893-41f1-b7a4-0c24a7169235" providerId="ADAL" clId="{D43F49C1-39A5-470E-8B9F-C3B8B18E6B8C}" dt="2026-04-03T20:49:47.508" v="2461" actId="20577"/>
          <ac:spMkLst>
            <pc:docMk/>
            <pc:sldMk cId="1406550472" sldId="385"/>
            <ac:spMk id="10" creationId="{A90C5FEF-C740-7A48-A5DE-F2BAA14C807B}"/>
          </ac:spMkLst>
        </pc:spChg>
        <pc:picChg chg="del">
          <ac:chgData name="Tang, Ruixuan" userId="218e1d3e-8893-41f1-b7a4-0c24a7169235" providerId="ADAL" clId="{D43F49C1-39A5-470E-8B9F-C3B8B18E6B8C}" dt="2026-04-03T20:44:21.042" v="2219" actId="478"/>
          <ac:picMkLst>
            <pc:docMk/>
            <pc:sldMk cId="1406550472" sldId="385"/>
            <ac:picMk id="5" creationId="{C15869B3-6C6B-BEB0-F3EF-774D6DFFC872}"/>
          </ac:picMkLst>
        </pc:picChg>
        <pc:picChg chg="add mod">
          <ac:chgData name="Tang, Ruixuan" userId="218e1d3e-8893-41f1-b7a4-0c24a7169235" providerId="ADAL" clId="{D43F49C1-39A5-470E-8B9F-C3B8B18E6B8C}" dt="2026-04-03T20:47:41.673" v="2230" actId="1076"/>
          <ac:picMkLst>
            <pc:docMk/>
            <pc:sldMk cId="1406550472" sldId="385"/>
            <ac:picMk id="6" creationId="{5CFEC67B-0855-A9C0-058A-A8B57DA35CCA}"/>
          </ac:picMkLst>
        </pc:picChg>
        <pc:picChg chg="del">
          <ac:chgData name="Tang, Ruixuan" userId="218e1d3e-8893-41f1-b7a4-0c24a7169235" providerId="ADAL" clId="{D43F49C1-39A5-470E-8B9F-C3B8B18E6B8C}" dt="2026-04-03T20:44:21.042" v="2219" actId="478"/>
          <ac:picMkLst>
            <pc:docMk/>
            <pc:sldMk cId="1406550472" sldId="385"/>
            <ac:picMk id="9" creationId="{03A79089-B1AE-2707-6BFC-B2CBB24F2D66}"/>
          </ac:picMkLst>
        </pc:picChg>
        <pc:picChg chg="add mod">
          <ac:chgData name="Tang, Ruixuan" userId="218e1d3e-8893-41f1-b7a4-0c24a7169235" providerId="ADAL" clId="{D43F49C1-39A5-470E-8B9F-C3B8B18E6B8C}" dt="2026-04-03T20:47:39.792" v="2229" actId="1076"/>
          <ac:picMkLst>
            <pc:docMk/>
            <pc:sldMk cId="1406550472" sldId="385"/>
            <ac:picMk id="11" creationId="{11B551DC-B2E7-F41B-638A-B30706122D0A}"/>
          </ac:picMkLst>
        </pc:picChg>
      </pc:sldChg>
      <pc:sldChg chg="del">
        <pc:chgData name="Tang, Ruixuan" userId="218e1d3e-8893-41f1-b7a4-0c24a7169235" providerId="ADAL" clId="{D43F49C1-39A5-470E-8B9F-C3B8B18E6B8C}" dt="2026-04-03T18:36:37.169" v="14" actId="47"/>
        <pc:sldMkLst>
          <pc:docMk/>
          <pc:sldMk cId="2754615638" sldId="387"/>
        </pc:sldMkLst>
      </pc:sldChg>
      <pc:sldChg chg="del">
        <pc:chgData name="Tang, Ruixuan" userId="218e1d3e-8893-41f1-b7a4-0c24a7169235" providerId="ADAL" clId="{D43F49C1-39A5-470E-8B9F-C3B8B18E6B8C}" dt="2026-04-03T18:36:46.202" v="17" actId="47"/>
        <pc:sldMkLst>
          <pc:docMk/>
          <pc:sldMk cId="1202150966" sldId="388"/>
        </pc:sldMkLst>
      </pc:sldChg>
      <pc:sldChg chg="del">
        <pc:chgData name="Tang, Ruixuan" userId="218e1d3e-8893-41f1-b7a4-0c24a7169235" providerId="ADAL" clId="{D43F49C1-39A5-470E-8B9F-C3B8B18E6B8C}" dt="2026-04-03T18:36:36.799" v="13" actId="47"/>
        <pc:sldMkLst>
          <pc:docMk/>
          <pc:sldMk cId="2411834571" sldId="389"/>
        </pc:sldMkLst>
      </pc:sldChg>
      <pc:sldChg chg="del">
        <pc:chgData name="Tang, Ruixuan" userId="218e1d3e-8893-41f1-b7a4-0c24a7169235" providerId="ADAL" clId="{D43F49C1-39A5-470E-8B9F-C3B8B18E6B8C}" dt="2026-04-03T18:36:35.236" v="9" actId="47"/>
        <pc:sldMkLst>
          <pc:docMk/>
          <pc:sldMk cId="3780796038" sldId="390"/>
        </pc:sldMkLst>
      </pc:sldChg>
      <pc:sldChg chg="del">
        <pc:chgData name="Tang, Ruixuan" userId="218e1d3e-8893-41f1-b7a4-0c24a7169235" providerId="ADAL" clId="{D43F49C1-39A5-470E-8B9F-C3B8B18E6B8C}" dt="2026-04-03T18:36:36.425" v="12" actId="47"/>
        <pc:sldMkLst>
          <pc:docMk/>
          <pc:sldMk cId="1522621486" sldId="391"/>
        </pc:sldMkLst>
      </pc:sldChg>
      <pc:sldChg chg="del">
        <pc:chgData name="Tang, Ruixuan" userId="218e1d3e-8893-41f1-b7a4-0c24a7169235" providerId="ADAL" clId="{D43F49C1-39A5-470E-8B9F-C3B8B18E6B8C}" dt="2026-04-03T18:36:49.794" v="22" actId="47"/>
        <pc:sldMkLst>
          <pc:docMk/>
          <pc:sldMk cId="2517258553" sldId="394"/>
        </pc:sldMkLst>
      </pc:sldChg>
      <pc:sldChg chg="del">
        <pc:chgData name="Tang, Ruixuan" userId="218e1d3e-8893-41f1-b7a4-0c24a7169235" providerId="ADAL" clId="{D43F49C1-39A5-470E-8B9F-C3B8B18E6B8C}" dt="2026-04-03T18:36:52.147" v="26" actId="47"/>
        <pc:sldMkLst>
          <pc:docMk/>
          <pc:sldMk cId="2063425322" sldId="395"/>
        </pc:sldMkLst>
      </pc:sldChg>
    </pc:docChg>
  </pc:docChgLst>
  <pc:docChgLst>
    <pc:chgData name="Tang, Ruixuan" userId="218e1d3e-8893-41f1-b7a4-0c24a7169235" providerId="ADAL" clId="{89B11AEB-6570-4653-BBBE-F528C4B1A0DF}"/>
    <pc:docChg chg="undo custSel addSld delSld modSld sldOrd">
      <pc:chgData name="Tang, Ruixuan" userId="218e1d3e-8893-41f1-b7a4-0c24a7169235" providerId="ADAL" clId="{89B11AEB-6570-4653-BBBE-F528C4B1A0DF}" dt="2026-03-27T15:24:30.585" v="3898" actId="20577"/>
      <pc:docMkLst>
        <pc:docMk/>
      </pc:docMkLst>
      <pc:sldChg chg="add del">
        <pc:chgData name="Tang, Ruixuan" userId="218e1d3e-8893-41f1-b7a4-0c24a7169235" providerId="ADAL" clId="{89B11AEB-6570-4653-BBBE-F528C4B1A0DF}" dt="2026-03-27T01:41:02.371" v="288" actId="47"/>
        <pc:sldMkLst>
          <pc:docMk/>
          <pc:sldMk cId="2620112305" sldId="256"/>
        </pc:sldMkLst>
      </pc:sldChg>
      <pc:sldChg chg="add del">
        <pc:chgData name="Tang, Ruixuan" userId="218e1d3e-8893-41f1-b7a4-0c24a7169235" providerId="ADAL" clId="{89B11AEB-6570-4653-BBBE-F528C4B1A0DF}" dt="2026-03-27T01:41:09.444" v="290" actId="47"/>
        <pc:sldMkLst>
          <pc:docMk/>
          <pc:sldMk cId="815839717" sldId="321"/>
        </pc:sldMkLst>
      </pc:sldChg>
      <pc:sldChg chg="add del">
        <pc:chgData name="Tang, Ruixuan" userId="218e1d3e-8893-41f1-b7a4-0c24a7169235" providerId="ADAL" clId="{89B11AEB-6570-4653-BBBE-F528C4B1A0DF}" dt="2026-03-27T01:41:10.382" v="291" actId="47"/>
        <pc:sldMkLst>
          <pc:docMk/>
          <pc:sldMk cId="2673140202" sldId="334"/>
        </pc:sldMkLst>
      </pc:sldChg>
      <pc:sldChg chg="addSp modSp add mod ord">
        <pc:chgData name="Tang, Ruixuan" userId="218e1d3e-8893-41f1-b7a4-0c24a7169235" providerId="ADAL" clId="{89B11AEB-6570-4653-BBBE-F528C4B1A0DF}" dt="2026-03-27T02:18:42.226" v="771" actId="20577"/>
        <pc:sldMkLst>
          <pc:docMk/>
          <pc:sldMk cId="2817325763" sldId="337"/>
        </pc:sldMkLst>
        <pc:spChg chg="mod">
          <ac:chgData name="Tang, Ruixuan" userId="218e1d3e-8893-41f1-b7a4-0c24a7169235" providerId="ADAL" clId="{89B11AEB-6570-4653-BBBE-F528C4B1A0DF}" dt="2026-03-27T02:18:42.226" v="771" actId="20577"/>
          <ac:spMkLst>
            <pc:docMk/>
            <pc:sldMk cId="2817325763" sldId="337"/>
            <ac:spMk id="3" creationId="{196D2624-229E-A8C0-CEEC-20DA92C4144C}"/>
          </ac:spMkLst>
        </pc:spChg>
        <pc:spChg chg="add mod">
          <ac:chgData name="Tang, Ruixuan" userId="218e1d3e-8893-41f1-b7a4-0c24a7169235" providerId="ADAL" clId="{89B11AEB-6570-4653-BBBE-F528C4B1A0DF}" dt="2026-03-27T01:41:57.806" v="296" actId="1076"/>
          <ac:spMkLst>
            <pc:docMk/>
            <pc:sldMk cId="2817325763" sldId="337"/>
            <ac:spMk id="5" creationId="{24E7A324-7D8C-50D9-AF4A-29FF4FECA40A}"/>
          </ac:spMkLst>
        </pc:spChg>
      </pc:sldChg>
      <pc:sldChg chg="modSp mod">
        <pc:chgData name="Tang, Ruixuan" userId="218e1d3e-8893-41f1-b7a4-0c24a7169235" providerId="ADAL" clId="{89B11AEB-6570-4653-BBBE-F528C4B1A0DF}" dt="2026-03-27T01:23:32.472" v="41" actId="20577"/>
        <pc:sldMkLst>
          <pc:docMk/>
          <pc:sldMk cId="2109493621" sldId="341"/>
        </pc:sldMkLst>
        <pc:spChg chg="mod">
          <ac:chgData name="Tang, Ruixuan" userId="218e1d3e-8893-41f1-b7a4-0c24a7169235" providerId="ADAL" clId="{89B11AEB-6570-4653-BBBE-F528C4B1A0DF}" dt="2026-03-27T01:23:25.832" v="24" actId="20577"/>
          <ac:spMkLst>
            <pc:docMk/>
            <pc:sldMk cId="2109493621" sldId="341"/>
            <ac:spMk id="2" creationId="{358BD015-8208-A241-810D-E329330D0B37}"/>
          </ac:spMkLst>
        </pc:spChg>
        <pc:spChg chg="mod">
          <ac:chgData name="Tang, Ruixuan" userId="218e1d3e-8893-41f1-b7a4-0c24a7169235" providerId="ADAL" clId="{89B11AEB-6570-4653-BBBE-F528C4B1A0DF}" dt="2026-03-27T01:23:32.472" v="41" actId="20577"/>
          <ac:spMkLst>
            <pc:docMk/>
            <pc:sldMk cId="2109493621" sldId="341"/>
            <ac:spMk id="3" creationId="{70962002-F5E0-174D-9D47-AF38E9E0D972}"/>
          </ac:spMkLst>
        </pc:spChg>
      </pc:sldChg>
      <pc:sldChg chg="addSp delSp modSp add mod">
        <pc:chgData name="Tang, Ruixuan" userId="218e1d3e-8893-41f1-b7a4-0c24a7169235" providerId="ADAL" clId="{89B11AEB-6570-4653-BBBE-F528C4B1A0DF}" dt="2026-03-27T02:14:49.425" v="680" actId="1076"/>
        <pc:sldMkLst>
          <pc:docMk/>
          <pc:sldMk cId="2749186890" sldId="345"/>
        </pc:sldMkLst>
        <pc:spChg chg="mod">
          <ac:chgData name="Tang, Ruixuan" userId="218e1d3e-8893-41f1-b7a4-0c24a7169235" providerId="ADAL" clId="{89B11AEB-6570-4653-BBBE-F528C4B1A0DF}" dt="2026-03-27T02:13:17.638" v="668"/>
          <ac:spMkLst>
            <pc:docMk/>
            <pc:sldMk cId="2749186890" sldId="345"/>
            <ac:spMk id="2" creationId="{111F491C-8CA3-CA79-8D25-1569A89BB98E}"/>
          </ac:spMkLst>
        </pc:spChg>
        <pc:spChg chg="add del">
          <ac:chgData name="Tang, Ruixuan" userId="218e1d3e-8893-41f1-b7a4-0c24a7169235" providerId="ADAL" clId="{89B11AEB-6570-4653-BBBE-F528C4B1A0DF}" dt="2026-03-27T02:13:42.049" v="670" actId="22"/>
          <ac:spMkLst>
            <pc:docMk/>
            <pc:sldMk cId="2749186890" sldId="345"/>
            <ac:spMk id="5" creationId="{ADA943BD-3E52-BED9-68FC-7090FC6CF026}"/>
          </ac:spMkLst>
        </pc:spChg>
        <pc:spChg chg="add del">
          <ac:chgData name="Tang, Ruixuan" userId="218e1d3e-8893-41f1-b7a4-0c24a7169235" providerId="ADAL" clId="{89B11AEB-6570-4653-BBBE-F528C4B1A0DF}" dt="2026-03-27T02:13:47.862" v="672" actId="22"/>
          <ac:spMkLst>
            <pc:docMk/>
            <pc:sldMk cId="2749186890" sldId="345"/>
            <ac:spMk id="8" creationId="{7DF48B33-7840-5BC9-F471-1931517926BF}"/>
          </ac:spMkLst>
        </pc:spChg>
        <pc:spChg chg="add mod">
          <ac:chgData name="Tang, Ruixuan" userId="218e1d3e-8893-41f1-b7a4-0c24a7169235" providerId="ADAL" clId="{89B11AEB-6570-4653-BBBE-F528C4B1A0DF}" dt="2026-03-27T02:14:49.425" v="680" actId="1076"/>
          <ac:spMkLst>
            <pc:docMk/>
            <pc:sldMk cId="2749186890" sldId="345"/>
            <ac:spMk id="10" creationId="{7B0C4751-5061-382C-31AB-F9CC5CF6D3E2}"/>
          </ac:spMkLst>
        </pc:spChg>
      </pc:sldChg>
      <pc:sldChg chg="modSp add mod">
        <pc:chgData name="Tang, Ruixuan" userId="218e1d3e-8893-41f1-b7a4-0c24a7169235" providerId="ADAL" clId="{89B11AEB-6570-4653-BBBE-F528C4B1A0DF}" dt="2026-03-27T01:51:38.694" v="504" actId="113"/>
        <pc:sldMkLst>
          <pc:docMk/>
          <pc:sldMk cId="1042638612" sldId="346"/>
        </pc:sldMkLst>
        <pc:spChg chg="mod">
          <ac:chgData name="Tang, Ruixuan" userId="218e1d3e-8893-41f1-b7a4-0c24a7169235" providerId="ADAL" clId="{89B11AEB-6570-4653-BBBE-F528C4B1A0DF}" dt="2026-03-27T01:51:38.694" v="504" actId="113"/>
          <ac:spMkLst>
            <pc:docMk/>
            <pc:sldMk cId="1042638612" sldId="346"/>
            <ac:spMk id="3" creationId="{196D2624-229E-A8C0-CEEC-20DA92C4144C}"/>
          </ac:spMkLst>
        </pc:spChg>
      </pc:sldChg>
      <pc:sldChg chg="add del">
        <pc:chgData name="Tang, Ruixuan" userId="218e1d3e-8893-41f1-b7a4-0c24a7169235" providerId="ADAL" clId="{89B11AEB-6570-4653-BBBE-F528C4B1A0DF}" dt="2026-03-27T01:45:39.639" v="339" actId="47"/>
        <pc:sldMkLst>
          <pc:docMk/>
          <pc:sldMk cId="4088577274" sldId="347"/>
        </pc:sldMkLst>
      </pc:sldChg>
      <pc:sldChg chg="modSp mod ord">
        <pc:chgData name="Tang, Ruixuan" userId="218e1d3e-8893-41f1-b7a4-0c24a7169235" providerId="ADAL" clId="{89B11AEB-6570-4653-BBBE-F528C4B1A0DF}" dt="2026-03-27T03:37:59.403" v="3895" actId="255"/>
        <pc:sldMkLst>
          <pc:docMk/>
          <pc:sldMk cId="3664864886" sldId="348"/>
        </pc:sldMkLst>
        <pc:spChg chg="mod">
          <ac:chgData name="Tang, Ruixuan" userId="218e1d3e-8893-41f1-b7a4-0c24a7169235" providerId="ADAL" clId="{89B11AEB-6570-4653-BBBE-F528C4B1A0DF}" dt="2026-03-27T03:09:10.846" v="2590" actId="20577"/>
          <ac:spMkLst>
            <pc:docMk/>
            <pc:sldMk cId="3664864886" sldId="348"/>
            <ac:spMk id="2" creationId="{4755E1D0-D2FD-4E46-1D43-C4062D19363C}"/>
          </ac:spMkLst>
        </pc:spChg>
        <pc:spChg chg="mod">
          <ac:chgData name="Tang, Ruixuan" userId="218e1d3e-8893-41f1-b7a4-0c24a7169235" providerId="ADAL" clId="{89B11AEB-6570-4653-BBBE-F528C4B1A0DF}" dt="2026-03-27T03:37:59.403" v="3895" actId="255"/>
          <ac:spMkLst>
            <pc:docMk/>
            <pc:sldMk cId="3664864886" sldId="348"/>
            <ac:spMk id="3" creationId="{BBBC1303-99D8-E29C-F4E2-20F4FA2B9AA9}"/>
          </ac:spMkLst>
        </pc:spChg>
        <pc:spChg chg="mod">
          <ac:chgData name="Tang, Ruixuan" userId="218e1d3e-8893-41f1-b7a4-0c24a7169235" providerId="ADAL" clId="{89B11AEB-6570-4653-BBBE-F528C4B1A0DF}" dt="2026-03-27T03:10:47.653" v="2636" actId="20577"/>
          <ac:spMkLst>
            <pc:docMk/>
            <pc:sldMk cId="3664864886" sldId="348"/>
            <ac:spMk id="10" creationId="{453AEC88-F0FC-534D-A8D4-43D93F1058CC}"/>
          </ac:spMkLst>
        </pc:spChg>
      </pc:sldChg>
      <pc:sldChg chg="add del">
        <pc:chgData name="Tang, Ruixuan" userId="218e1d3e-8893-41f1-b7a4-0c24a7169235" providerId="ADAL" clId="{89B11AEB-6570-4653-BBBE-F528C4B1A0DF}" dt="2026-03-27T01:59:18.875" v="555" actId="47"/>
        <pc:sldMkLst>
          <pc:docMk/>
          <pc:sldMk cId="4122671901" sldId="349"/>
        </pc:sldMkLst>
      </pc:sldChg>
      <pc:sldChg chg="add del">
        <pc:chgData name="Tang, Ruixuan" userId="218e1d3e-8893-41f1-b7a4-0c24a7169235" providerId="ADAL" clId="{89B11AEB-6570-4653-BBBE-F528C4B1A0DF}" dt="2026-03-27T02:12:16.111" v="661" actId="47"/>
        <pc:sldMkLst>
          <pc:docMk/>
          <pc:sldMk cId="3196180625" sldId="350"/>
        </pc:sldMkLst>
      </pc:sldChg>
      <pc:sldChg chg="modSp add mod">
        <pc:chgData name="Tang, Ruixuan" userId="218e1d3e-8893-41f1-b7a4-0c24a7169235" providerId="ADAL" clId="{89B11AEB-6570-4653-BBBE-F528C4B1A0DF}" dt="2026-03-27T03:00:46.266" v="1979" actId="20577"/>
        <pc:sldMkLst>
          <pc:docMk/>
          <pc:sldMk cId="613446485" sldId="351"/>
        </pc:sldMkLst>
        <pc:spChg chg="mod">
          <ac:chgData name="Tang, Ruixuan" userId="218e1d3e-8893-41f1-b7a4-0c24a7169235" providerId="ADAL" clId="{89B11AEB-6570-4653-BBBE-F528C4B1A0DF}" dt="2026-03-27T02:36:26.195" v="1442" actId="20577"/>
          <ac:spMkLst>
            <pc:docMk/>
            <pc:sldMk cId="613446485" sldId="351"/>
            <ac:spMk id="2" creationId="{61909B1E-010C-4BEB-6E0E-B8B02CB19E68}"/>
          </ac:spMkLst>
        </pc:spChg>
        <pc:spChg chg="mod">
          <ac:chgData name="Tang, Ruixuan" userId="218e1d3e-8893-41f1-b7a4-0c24a7169235" providerId="ADAL" clId="{89B11AEB-6570-4653-BBBE-F528C4B1A0DF}" dt="2026-03-27T03:00:46.266" v="1979" actId="20577"/>
          <ac:spMkLst>
            <pc:docMk/>
            <pc:sldMk cId="613446485" sldId="351"/>
            <ac:spMk id="3" creationId="{AA51BB89-711D-ECC6-AC12-25558CA052C3}"/>
          </ac:spMkLst>
        </pc:spChg>
      </pc:sldChg>
      <pc:sldChg chg="del">
        <pc:chgData name="Tang, Ruixuan" userId="218e1d3e-8893-41f1-b7a4-0c24a7169235" providerId="ADAL" clId="{89B11AEB-6570-4653-BBBE-F528C4B1A0DF}" dt="2026-03-27T01:23:36.912" v="42" actId="47"/>
        <pc:sldMkLst>
          <pc:docMk/>
          <pc:sldMk cId="1610297008" sldId="351"/>
        </pc:sldMkLst>
      </pc:sldChg>
      <pc:sldChg chg="modSp mod">
        <pc:chgData name="Tang, Ruixuan" userId="218e1d3e-8893-41f1-b7a4-0c24a7169235" providerId="ADAL" clId="{89B11AEB-6570-4653-BBBE-F528C4B1A0DF}" dt="2026-03-27T01:28:55.277" v="169" actId="20577"/>
        <pc:sldMkLst>
          <pc:docMk/>
          <pc:sldMk cId="1745374924" sldId="353"/>
        </pc:sldMkLst>
        <pc:spChg chg="mod">
          <ac:chgData name="Tang, Ruixuan" userId="218e1d3e-8893-41f1-b7a4-0c24a7169235" providerId="ADAL" clId="{89B11AEB-6570-4653-BBBE-F528C4B1A0DF}" dt="2026-03-27T01:28:55.277" v="169" actId="20577"/>
          <ac:spMkLst>
            <pc:docMk/>
            <pc:sldMk cId="1745374924" sldId="353"/>
            <ac:spMk id="5" creationId="{BCCD9F53-9FD5-5C65-4C46-D5EAF40185B2}"/>
          </ac:spMkLst>
        </pc:spChg>
      </pc:sldChg>
      <pc:sldChg chg="addSp modSp new mod">
        <pc:chgData name="Tang, Ruixuan" userId="218e1d3e-8893-41f1-b7a4-0c24a7169235" providerId="ADAL" clId="{89B11AEB-6570-4653-BBBE-F528C4B1A0DF}" dt="2026-03-27T01:34:07.423" v="228" actId="20577"/>
        <pc:sldMkLst>
          <pc:docMk/>
          <pc:sldMk cId="2383979802" sldId="354"/>
        </pc:sldMkLst>
        <pc:spChg chg="mod">
          <ac:chgData name="Tang, Ruixuan" userId="218e1d3e-8893-41f1-b7a4-0c24a7169235" providerId="ADAL" clId="{89B11AEB-6570-4653-BBBE-F528C4B1A0DF}" dt="2026-03-27T01:29:40.884" v="183" actId="20577"/>
          <ac:spMkLst>
            <pc:docMk/>
            <pc:sldMk cId="2383979802" sldId="354"/>
            <ac:spMk id="2" creationId="{8146A282-6CEB-37EB-5F95-03D97A8787BF}"/>
          </ac:spMkLst>
        </pc:spChg>
        <pc:spChg chg="mod">
          <ac:chgData name="Tang, Ruixuan" userId="218e1d3e-8893-41f1-b7a4-0c24a7169235" providerId="ADAL" clId="{89B11AEB-6570-4653-BBBE-F528C4B1A0DF}" dt="2026-03-27T01:33:29.871" v="223"/>
          <ac:spMkLst>
            <pc:docMk/>
            <pc:sldMk cId="2383979802" sldId="354"/>
            <ac:spMk id="3" creationId="{8D11A1A7-15C9-CE7F-58CF-5FC1FCAC8D61}"/>
          </ac:spMkLst>
        </pc:spChg>
        <pc:spChg chg="add mod">
          <ac:chgData name="Tang, Ruixuan" userId="218e1d3e-8893-41f1-b7a4-0c24a7169235" providerId="ADAL" clId="{89B11AEB-6570-4653-BBBE-F528C4B1A0DF}" dt="2026-03-27T01:34:07.423" v="228" actId="20577"/>
          <ac:spMkLst>
            <pc:docMk/>
            <pc:sldMk cId="2383979802" sldId="354"/>
            <ac:spMk id="5" creationId="{92C748F1-4966-40C7-715F-035DE253506F}"/>
          </ac:spMkLst>
        </pc:spChg>
      </pc:sldChg>
      <pc:sldChg chg="modSp new mod">
        <pc:chgData name="Tang, Ruixuan" userId="218e1d3e-8893-41f1-b7a4-0c24a7169235" providerId="ADAL" clId="{89B11AEB-6570-4653-BBBE-F528C4B1A0DF}" dt="2026-03-27T01:37:05.671" v="266" actId="20577"/>
        <pc:sldMkLst>
          <pc:docMk/>
          <pc:sldMk cId="1526792514" sldId="355"/>
        </pc:sldMkLst>
        <pc:spChg chg="mod">
          <ac:chgData name="Tang, Ruixuan" userId="218e1d3e-8893-41f1-b7a4-0c24a7169235" providerId="ADAL" clId="{89B11AEB-6570-4653-BBBE-F528C4B1A0DF}" dt="2026-03-27T01:34:57.557" v="242" actId="20577"/>
          <ac:spMkLst>
            <pc:docMk/>
            <pc:sldMk cId="1526792514" sldId="355"/>
            <ac:spMk id="2" creationId="{57E98070-7D25-364C-8F30-02A37AD05446}"/>
          </ac:spMkLst>
        </pc:spChg>
        <pc:spChg chg="mod">
          <ac:chgData name="Tang, Ruixuan" userId="218e1d3e-8893-41f1-b7a4-0c24a7169235" providerId="ADAL" clId="{89B11AEB-6570-4653-BBBE-F528C4B1A0DF}" dt="2026-03-27T01:37:05.671" v="266" actId="20577"/>
          <ac:spMkLst>
            <pc:docMk/>
            <pc:sldMk cId="1526792514" sldId="355"/>
            <ac:spMk id="3" creationId="{AA147BA5-E5B9-A8F2-C3C0-C1CDE1B1F9B1}"/>
          </ac:spMkLst>
        </pc:spChg>
      </pc:sldChg>
      <pc:sldChg chg="modSp new del mod">
        <pc:chgData name="Tang, Ruixuan" userId="218e1d3e-8893-41f1-b7a4-0c24a7169235" providerId="ADAL" clId="{89B11AEB-6570-4653-BBBE-F528C4B1A0DF}" dt="2026-03-27T01:43:42.691" v="336" actId="47"/>
        <pc:sldMkLst>
          <pc:docMk/>
          <pc:sldMk cId="1875787120" sldId="356"/>
        </pc:sldMkLst>
        <pc:spChg chg="mod">
          <ac:chgData name="Tang, Ruixuan" userId="218e1d3e-8893-41f1-b7a4-0c24a7169235" providerId="ADAL" clId="{89B11AEB-6570-4653-BBBE-F528C4B1A0DF}" dt="2026-03-27T01:39:57.719" v="283" actId="20577"/>
          <ac:spMkLst>
            <pc:docMk/>
            <pc:sldMk cId="1875787120" sldId="356"/>
            <ac:spMk id="2" creationId="{EAA2F29E-F7EF-9AE3-0520-C1282F2E9C03}"/>
          </ac:spMkLst>
        </pc:spChg>
        <pc:spChg chg="mod">
          <ac:chgData name="Tang, Ruixuan" userId="218e1d3e-8893-41f1-b7a4-0c24a7169235" providerId="ADAL" clId="{89B11AEB-6570-4653-BBBE-F528C4B1A0DF}" dt="2026-03-27T01:40:17.315" v="286"/>
          <ac:spMkLst>
            <pc:docMk/>
            <pc:sldMk cId="1875787120" sldId="356"/>
            <ac:spMk id="3" creationId="{CCC3CE53-741D-11E0-C9AE-26A5056FE0DD}"/>
          </ac:spMkLst>
        </pc:spChg>
      </pc:sldChg>
      <pc:sldChg chg="add del">
        <pc:chgData name="Tang, Ruixuan" userId="218e1d3e-8893-41f1-b7a4-0c24a7169235" providerId="ADAL" clId="{89B11AEB-6570-4653-BBBE-F528C4B1A0DF}" dt="2026-03-27T01:41:03.465" v="289" actId="47"/>
        <pc:sldMkLst>
          <pc:docMk/>
          <pc:sldMk cId="2391002439" sldId="357"/>
        </pc:sldMkLst>
      </pc:sldChg>
      <pc:sldChg chg="addSp delSp modSp add mod">
        <pc:chgData name="Tang, Ruixuan" userId="218e1d3e-8893-41f1-b7a4-0c24a7169235" providerId="ADAL" clId="{89B11AEB-6570-4653-BBBE-F528C4B1A0DF}" dt="2026-03-27T01:54:08.265" v="526" actId="20577"/>
        <pc:sldMkLst>
          <pc:docMk/>
          <pc:sldMk cId="2794732804" sldId="358"/>
        </pc:sldMkLst>
        <pc:spChg chg="mod">
          <ac:chgData name="Tang, Ruixuan" userId="218e1d3e-8893-41f1-b7a4-0c24a7169235" providerId="ADAL" clId="{89B11AEB-6570-4653-BBBE-F528C4B1A0DF}" dt="2026-03-27T01:54:08.265" v="526" actId="20577"/>
          <ac:spMkLst>
            <pc:docMk/>
            <pc:sldMk cId="2794732804" sldId="358"/>
            <ac:spMk id="2" creationId="{A38CAD24-1953-9392-D2DC-430F7E44560E}"/>
          </ac:spMkLst>
        </pc:spChg>
        <pc:spChg chg="mod">
          <ac:chgData name="Tang, Ruixuan" userId="218e1d3e-8893-41f1-b7a4-0c24a7169235" providerId="ADAL" clId="{89B11AEB-6570-4653-BBBE-F528C4B1A0DF}" dt="2026-03-27T01:53:14.365" v="514" actId="1076"/>
          <ac:spMkLst>
            <pc:docMk/>
            <pc:sldMk cId="2794732804" sldId="358"/>
            <ac:spMk id="3" creationId="{BB55D617-E2D5-68D7-7A3B-85AA1F89BE0A}"/>
          </ac:spMkLst>
        </pc:spChg>
        <pc:spChg chg="add del mod">
          <ac:chgData name="Tang, Ruixuan" userId="218e1d3e-8893-41f1-b7a4-0c24a7169235" providerId="ADAL" clId="{89B11AEB-6570-4653-BBBE-F528C4B1A0DF}" dt="2026-03-27T01:53:03.399" v="512" actId="478"/>
          <ac:spMkLst>
            <pc:docMk/>
            <pc:sldMk cId="2794732804" sldId="358"/>
            <ac:spMk id="5" creationId="{E4178D75-17DA-5099-C560-CD3DDFBFFD87}"/>
          </ac:spMkLst>
        </pc:spChg>
        <pc:spChg chg="add del mod">
          <ac:chgData name="Tang, Ruixuan" userId="218e1d3e-8893-41f1-b7a4-0c24a7169235" providerId="ADAL" clId="{89B11AEB-6570-4653-BBBE-F528C4B1A0DF}" dt="2026-03-27T01:53:04.805" v="513" actId="478"/>
          <ac:spMkLst>
            <pc:docMk/>
            <pc:sldMk cId="2794732804" sldId="358"/>
            <ac:spMk id="6" creationId="{F74ACB24-0BD1-D180-27B3-CE778B0C1F34}"/>
          </ac:spMkLst>
        </pc:spChg>
        <pc:spChg chg="mod">
          <ac:chgData name="Tang, Ruixuan" userId="218e1d3e-8893-41f1-b7a4-0c24a7169235" providerId="ADAL" clId="{89B11AEB-6570-4653-BBBE-F528C4B1A0DF}" dt="2026-03-27T01:53:56.725" v="522" actId="255"/>
          <ac:spMkLst>
            <pc:docMk/>
            <pc:sldMk cId="2794732804" sldId="358"/>
            <ac:spMk id="12" creationId="{FDEB81CB-1AF1-E7DD-7FF9-AF5FE3C69FF3}"/>
          </ac:spMkLst>
        </pc:spChg>
        <pc:grpChg chg="mod">
          <ac:chgData name="Tang, Ruixuan" userId="218e1d3e-8893-41f1-b7a4-0c24a7169235" providerId="ADAL" clId="{89B11AEB-6570-4653-BBBE-F528C4B1A0DF}" dt="2026-03-27T01:53:18.790" v="515" actId="1076"/>
          <ac:grpSpMkLst>
            <pc:docMk/>
            <pc:sldMk cId="2794732804" sldId="358"/>
            <ac:grpSpMk id="9" creationId="{1BA3EC76-EE37-26A2-1E07-B49F627CE733}"/>
          </ac:grpSpMkLst>
        </pc:grpChg>
        <pc:cxnChg chg="mod">
          <ac:chgData name="Tang, Ruixuan" userId="218e1d3e-8893-41f1-b7a4-0c24a7169235" providerId="ADAL" clId="{89B11AEB-6570-4653-BBBE-F528C4B1A0DF}" dt="2026-03-27T01:53:23.318" v="516" actId="1076"/>
          <ac:cxnSpMkLst>
            <pc:docMk/>
            <pc:sldMk cId="2794732804" sldId="358"/>
            <ac:cxnSpMk id="11" creationId="{F10A2A25-6541-350B-A8A1-A940705D32E8}"/>
          </ac:cxnSpMkLst>
        </pc:cxnChg>
      </pc:sldChg>
      <pc:sldChg chg="addSp delSp add del mod">
        <pc:chgData name="Tang, Ruixuan" userId="218e1d3e-8893-41f1-b7a4-0c24a7169235" providerId="ADAL" clId="{89B11AEB-6570-4653-BBBE-F528C4B1A0DF}" dt="2026-03-27T02:05:40.178" v="565" actId="47"/>
        <pc:sldMkLst>
          <pc:docMk/>
          <pc:sldMk cId="1628771851" sldId="359"/>
        </pc:sldMkLst>
        <pc:spChg chg="add del">
          <ac:chgData name="Tang, Ruixuan" userId="218e1d3e-8893-41f1-b7a4-0c24a7169235" providerId="ADAL" clId="{89B11AEB-6570-4653-BBBE-F528C4B1A0DF}" dt="2026-03-27T01:56:56.189" v="528" actId="22"/>
          <ac:spMkLst>
            <pc:docMk/>
            <pc:sldMk cId="1628771851" sldId="359"/>
            <ac:spMk id="8" creationId="{DB46DE79-F3E0-511B-52A2-069D64BB6D82}"/>
          </ac:spMkLst>
        </pc:spChg>
      </pc:sldChg>
      <pc:sldChg chg="modSp add mod">
        <pc:chgData name="Tang, Ruixuan" userId="218e1d3e-8893-41f1-b7a4-0c24a7169235" providerId="ADAL" clId="{89B11AEB-6570-4653-BBBE-F528C4B1A0DF}" dt="2026-03-27T15:24:30.585" v="3898" actId="20577"/>
        <pc:sldMkLst>
          <pc:docMk/>
          <pc:sldMk cId="3644140579" sldId="360"/>
        </pc:sldMkLst>
        <pc:spChg chg="mod">
          <ac:chgData name="Tang, Ruixuan" userId="218e1d3e-8893-41f1-b7a4-0c24a7169235" providerId="ADAL" clId="{89B11AEB-6570-4653-BBBE-F528C4B1A0DF}" dt="2026-03-27T15:24:30.585" v="3898" actId="20577"/>
          <ac:spMkLst>
            <pc:docMk/>
            <pc:sldMk cId="3644140579" sldId="360"/>
            <ac:spMk id="3" creationId="{31CCCA73-7E70-8162-90F6-85DE3FE77084}"/>
          </ac:spMkLst>
        </pc:spChg>
      </pc:sldChg>
      <pc:sldChg chg="modSp add mod">
        <pc:chgData name="Tang, Ruixuan" userId="218e1d3e-8893-41f1-b7a4-0c24a7169235" providerId="ADAL" clId="{89B11AEB-6570-4653-BBBE-F528C4B1A0DF}" dt="2026-03-27T02:35:56.397" v="1429" actId="20577"/>
        <pc:sldMkLst>
          <pc:docMk/>
          <pc:sldMk cId="3394353688" sldId="361"/>
        </pc:sldMkLst>
        <pc:spChg chg="mod">
          <ac:chgData name="Tang, Ruixuan" userId="218e1d3e-8893-41f1-b7a4-0c24a7169235" providerId="ADAL" clId="{89B11AEB-6570-4653-BBBE-F528C4B1A0DF}" dt="2026-03-27T02:35:56.397" v="1429" actId="20577"/>
          <ac:spMkLst>
            <pc:docMk/>
            <pc:sldMk cId="3394353688" sldId="361"/>
            <ac:spMk id="3" creationId="{31CCCA73-7E70-8162-90F6-85DE3FE77084}"/>
          </ac:spMkLst>
        </pc:spChg>
      </pc:sldChg>
      <pc:sldChg chg="add del">
        <pc:chgData name="Tang, Ruixuan" userId="218e1d3e-8893-41f1-b7a4-0c24a7169235" providerId="ADAL" clId="{89B11AEB-6570-4653-BBBE-F528C4B1A0DF}" dt="2026-03-27T02:48:06.152" v="1966" actId="47"/>
        <pc:sldMkLst>
          <pc:docMk/>
          <pc:sldMk cId="607696489" sldId="362"/>
        </pc:sldMkLst>
      </pc:sldChg>
      <pc:sldChg chg="addSp delSp modSp add del mod">
        <pc:chgData name="Tang, Ruixuan" userId="218e1d3e-8893-41f1-b7a4-0c24a7169235" providerId="ADAL" clId="{89B11AEB-6570-4653-BBBE-F528C4B1A0DF}" dt="2026-03-27T02:07:15.800" v="584" actId="47"/>
        <pc:sldMkLst>
          <pc:docMk/>
          <pc:sldMk cId="2264106843" sldId="363"/>
        </pc:sldMkLst>
        <pc:spChg chg="mod">
          <ac:chgData name="Tang, Ruixuan" userId="218e1d3e-8893-41f1-b7a4-0c24a7169235" providerId="ADAL" clId="{89B11AEB-6570-4653-BBBE-F528C4B1A0DF}" dt="2026-03-27T01:58:23.308" v="546" actId="20577"/>
          <ac:spMkLst>
            <pc:docMk/>
            <pc:sldMk cId="2264106843" sldId="363"/>
            <ac:spMk id="2" creationId="{A38CAD24-1953-9392-D2DC-430F7E44560E}"/>
          </ac:spMkLst>
        </pc:spChg>
        <pc:spChg chg="mod">
          <ac:chgData name="Tang, Ruixuan" userId="218e1d3e-8893-41f1-b7a4-0c24a7169235" providerId="ADAL" clId="{89B11AEB-6570-4653-BBBE-F528C4B1A0DF}" dt="2026-03-27T01:57:59.086" v="534" actId="3064"/>
          <ac:spMkLst>
            <pc:docMk/>
            <pc:sldMk cId="2264106843" sldId="363"/>
            <ac:spMk id="3" creationId="{BB55D617-E2D5-68D7-7A3B-85AA1F89BE0A}"/>
          </ac:spMkLst>
        </pc:spChg>
        <pc:spChg chg="add mod">
          <ac:chgData name="Tang, Ruixuan" userId="218e1d3e-8893-41f1-b7a4-0c24a7169235" providerId="ADAL" clId="{89B11AEB-6570-4653-BBBE-F528C4B1A0DF}" dt="2026-03-27T01:58:40.232" v="550" actId="14100"/>
          <ac:spMkLst>
            <pc:docMk/>
            <pc:sldMk cId="2264106843" sldId="363"/>
            <ac:spMk id="5" creationId="{C692D2BC-3947-4414-7411-3877791A4974}"/>
          </ac:spMkLst>
        </pc:spChg>
        <pc:spChg chg="add mod">
          <ac:chgData name="Tang, Ruixuan" userId="218e1d3e-8893-41f1-b7a4-0c24a7169235" providerId="ADAL" clId="{89B11AEB-6570-4653-BBBE-F528C4B1A0DF}" dt="2026-03-27T01:59:13.643" v="554" actId="1036"/>
          <ac:spMkLst>
            <pc:docMk/>
            <pc:sldMk cId="2264106843" sldId="363"/>
            <ac:spMk id="8" creationId="{08F40E16-0DDA-3C81-7E9D-137E059D8A05}"/>
          </ac:spMkLst>
        </pc:spChg>
        <pc:spChg chg="add mod">
          <ac:chgData name="Tang, Ruixuan" userId="218e1d3e-8893-41f1-b7a4-0c24a7169235" providerId="ADAL" clId="{89B11AEB-6570-4653-BBBE-F528C4B1A0DF}" dt="2026-03-27T01:59:13.643" v="554" actId="1036"/>
          <ac:spMkLst>
            <pc:docMk/>
            <pc:sldMk cId="2264106843" sldId="363"/>
            <ac:spMk id="9" creationId="{61307B03-07F1-0766-6CE0-C12403AEE2DF}"/>
          </ac:spMkLst>
        </pc:spChg>
        <pc:spChg chg="mod">
          <ac:chgData name="Tang, Ruixuan" userId="218e1d3e-8893-41f1-b7a4-0c24a7169235" providerId="ADAL" clId="{89B11AEB-6570-4653-BBBE-F528C4B1A0DF}" dt="2026-03-27T01:58:31.268" v="547" actId="14100"/>
          <ac:spMkLst>
            <pc:docMk/>
            <pc:sldMk cId="2264106843" sldId="363"/>
            <ac:spMk id="12" creationId="{259E26C2-3FCB-C2F6-C1F4-06F578CE1F1D}"/>
          </ac:spMkLst>
        </pc:spChg>
        <pc:spChg chg="del">
          <ac:chgData name="Tang, Ruixuan" userId="218e1d3e-8893-41f1-b7a4-0c24a7169235" providerId="ADAL" clId="{89B11AEB-6570-4653-BBBE-F528C4B1A0DF}" dt="2026-03-27T01:58:47.646" v="551" actId="478"/>
          <ac:spMkLst>
            <pc:docMk/>
            <pc:sldMk cId="2264106843" sldId="363"/>
            <ac:spMk id="13" creationId="{41034A2B-3971-34B4-F08B-1A396729F5D2}"/>
          </ac:spMkLst>
        </pc:spChg>
      </pc:sldChg>
      <pc:sldChg chg="modSp add del mod">
        <pc:chgData name="Tang, Ruixuan" userId="218e1d3e-8893-41f1-b7a4-0c24a7169235" providerId="ADAL" clId="{89B11AEB-6570-4653-BBBE-F528C4B1A0DF}" dt="2026-03-27T02:11:12.837" v="650" actId="47"/>
        <pc:sldMkLst>
          <pc:docMk/>
          <pc:sldMk cId="1607171163" sldId="364"/>
        </pc:sldMkLst>
        <pc:spChg chg="mod">
          <ac:chgData name="Tang, Ruixuan" userId="218e1d3e-8893-41f1-b7a4-0c24a7169235" providerId="ADAL" clId="{89B11AEB-6570-4653-BBBE-F528C4B1A0DF}" dt="2026-03-27T02:04:05.006" v="558" actId="20577"/>
          <ac:spMkLst>
            <pc:docMk/>
            <pc:sldMk cId="1607171163" sldId="364"/>
            <ac:spMk id="2" creationId="{A38CAD24-1953-9392-D2DC-430F7E44560E}"/>
          </ac:spMkLst>
        </pc:spChg>
        <pc:spChg chg="mod">
          <ac:chgData name="Tang, Ruixuan" userId="218e1d3e-8893-41f1-b7a4-0c24a7169235" providerId="ADAL" clId="{89B11AEB-6570-4653-BBBE-F528C4B1A0DF}" dt="2026-03-27T02:11:09.448" v="649" actId="20577"/>
          <ac:spMkLst>
            <pc:docMk/>
            <pc:sldMk cId="1607171163" sldId="364"/>
            <ac:spMk id="3" creationId="{BB55D617-E2D5-68D7-7A3B-85AA1F89BE0A}"/>
          </ac:spMkLst>
        </pc:spChg>
      </pc:sldChg>
      <pc:sldChg chg="addSp delSp modSp new mod">
        <pc:chgData name="Tang, Ruixuan" userId="218e1d3e-8893-41f1-b7a4-0c24a7169235" providerId="ADAL" clId="{89B11AEB-6570-4653-BBBE-F528C4B1A0DF}" dt="2026-03-27T02:10:47.356" v="648" actId="20577"/>
        <pc:sldMkLst>
          <pc:docMk/>
          <pc:sldMk cId="2669326785" sldId="365"/>
        </pc:sldMkLst>
        <pc:spChg chg="mod">
          <ac:chgData name="Tang, Ruixuan" userId="218e1d3e-8893-41f1-b7a4-0c24a7169235" providerId="ADAL" clId="{89B11AEB-6570-4653-BBBE-F528C4B1A0DF}" dt="2026-03-27T02:10:47.356" v="648" actId="20577"/>
          <ac:spMkLst>
            <pc:docMk/>
            <pc:sldMk cId="2669326785" sldId="365"/>
            <ac:spMk id="2" creationId="{3B4ACD3E-024D-681A-3237-CFAB309B1B41}"/>
          </ac:spMkLst>
        </pc:spChg>
        <pc:spChg chg="del">
          <ac:chgData name="Tang, Ruixuan" userId="218e1d3e-8893-41f1-b7a4-0c24a7169235" providerId="ADAL" clId="{89B11AEB-6570-4653-BBBE-F528C4B1A0DF}" dt="2026-03-27T02:04:45.802" v="561" actId="478"/>
          <ac:spMkLst>
            <pc:docMk/>
            <pc:sldMk cId="2669326785" sldId="365"/>
            <ac:spMk id="3" creationId="{D80CD43A-AA6A-18D6-6BB2-537F7FD4FF86}"/>
          </ac:spMkLst>
        </pc:spChg>
        <pc:spChg chg="add mod">
          <ac:chgData name="Tang, Ruixuan" userId="218e1d3e-8893-41f1-b7a4-0c24a7169235" providerId="ADAL" clId="{89B11AEB-6570-4653-BBBE-F528C4B1A0DF}" dt="2026-03-27T02:05:34.009" v="564" actId="1076"/>
          <ac:spMkLst>
            <pc:docMk/>
            <pc:sldMk cId="2669326785" sldId="365"/>
            <ac:spMk id="5" creationId="{770F4AE2-4FC5-44C9-21EF-ACA1CF2A47C4}"/>
          </ac:spMkLst>
        </pc:spChg>
        <pc:spChg chg="add mod">
          <ac:chgData name="Tang, Ruixuan" userId="218e1d3e-8893-41f1-b7a4-0c24a7169235" providerId="ADAL" clId="{89B11AEB-6570-4653-BBBE-F528C4B1A0DF}" dt="2026-03-27T02:05:34.009" v="564" actId="1076"/>
          <ac:spMkLst>
            <pc:docMk/>
            <pc:sldMk cId="2669326785" sldId="365"/>
            <ac:spMk id="8" creationId="{8AFB6D64-E96A-FC30-6020-9FEAB0F74EA5}"/>
          </ac:spMkLst>
        </pc:spChg>
        <pc:spChg chg="add mod">
          <ac:chgData name="Tang, Ruixuan" userId="218e1d3e-8893-41f1-b7a4-0c24a7169235" providerId="ADAL" clId="{89B11AEB-6570-4653-BBBE-F528C4B1A0DF}" dt="2026-03-27T02:05:34.009" v="564" actId="1076"/>
          <ac:spMkLst>
            <pc:docMk/>
            <pc:sldMk cId="2669326785" sldId="365"/>
            <ac:spMk id="9" creationId="{A9963AA8-DC50-2F92-098C-75768574600D}"/>
          </ac:spMkLst>
        </pc:spChg>
        <pc:picChg chg="add mod">
          <ac:chgData name="Tang, Ruixuan" userId="218e1d3e-8893-41f1-b7a4-0c24a7169235" providerId="ADAL" clId="{89B11AEB-6570-4653-BBBE-F528C4B1A0DF}" dt="2026-03-27T02:05:34.009" v="564" actId="1076"/>
          <ac:picMkLst>
            <pc:docMk/>
            <pc:sldMk cId="2669326785" sldId="365"/>
            <ac:picMk id="6" creationId="{46E54D6C-779F-8675-6CD7-98A3FBFA0E63}"/>
          </ac:picMkLst>
        </pc:picChg>
        <pc:picChg chg="add mod">
          <ac:chgData name="Tang, Ruixuan" userId="218e1d3e-8893-41f1-b7a4-0c24a7169235" providerId="ADAL" clId="{89B11AEB-6570-4653-BBBE-F528C4B1A0DF}" dt="2026-03-27T02:05:34.009" v="564" actId="1076"/>
          <ac:picMkLst>
            <pc:docMk/>
            <pc:sldMk cId="2669326785" sldId="365"/>
            <ac:picMk id="7" creationId="{0B5A4743-7FEA-7F8E-E5E8-05FBD9899902}"/>
          </ac:picMkLst>
        </pc:picChg>
      </pc:sldChg>
      <pc:sldChg chg="addSp delSp modSp add del mod">
        <pc:chgData name="Tang, Ruixuan" userId="218e1d3e-8893-41f1-b7a4-0c24a7169235" providerId="ADAL" clId="{89B11AEB-6570-4653-BBBE-F528C4B1A0DF}" dt="2026-03-27T02:10:22.947" v="643" actId="47"/>
        <pc:sldMkLst>
          <pc:docMk/>
          <pc:sldMk cId="26677423" sldId="366"/>
        </pc:sldMkLst>
        <pc:spChg chg="mod">
          <ac:chgData name="Tang, Ruixuan" userId="218e1d3e-8893-41f1-b7a4-0c24a7169235" providerId="ADAL" clId="{89B11AEB-6570-4653-BBBE-F528C4B1A0DF}" dt="2026-03-27T02:06:03.838" v="578" actId="20577"/>
          <ac:spMkLst>
            <pc:docMk/>
            <pc:sldMk cId="26677423" sldId="366"/>
            <ac:spMk id="2" creationId="{3B4ACD3E-024D-681A-3237-CFAB309B1B41}"/>
          </ac:spMkLst>
        </pc:spChg>
        <pc:spChg chg="del">
          <ac:chgData name="Tang, Ruixuan" userId="218e1d3e-8893-41f1-b7a4-0c24a7169235" providerId="ADAL" clId="{89B11AEB-6570-4653-BBBE-F528C4B1A0DF}" dt="2026-03-27T02:06:35.029" v="579" actId="478"/>
          <ac:spMkLst>
            <pc:docMk/>
            <pc:sldMk cId="26677423" sldId="366"/>
            <ac:spMk id="5" creationId="{770F4AE2-4FC5-44C9-21EF-ACA1CF2A47C4}"/>
          </ac:spMkLst>
        </pc:spChg>
        <pc:spChg chg="del">
          <ac:chgData name="Tang, Ruixuan" userId="218e1d3e-8893-41f1-b7a4-0c24a7169235" providerId="ADAL" clId="{89B11AEB-6570-4653-BBBE-F528C4B1A0DF}" dt="2026-03-27T02:06:35.029" v="579" actId="478"/>
          <ac:spMkLst>
            <pc:docMk/>
            <pc:sldMk cId="26677423" sldId="366"/>
            <ac:spMk id="8" creationId="{8AFB6D64-E96A-FC30-6020-9FEAB0F74EA5}"/>
          </ac:spMkLst>
        </pc:spChg>
        <pc:spChg chg="del">
          <ac:chgData name="Tang, Ruixuan" userId="218e1d3e-8893-41f1-b7a4-0c24a7169235" providerId="ADAL" clId="{89B11AEB-6570-4653-BBBE-F528C4B1A0DF}" dt="2026-03-27T02:06:35.029" v="579" actId="478"/>
          <ac:spMkLst>
            <pc:docMk/>
            <pc:sldMk cId="26677423" sldId="366"/>
            <ac:spMk id="9" creationId="{A9963AA8-DC50-2F92-098C-75768574600D}"/>
          </ac:spMkLst>
        </pc:spChg>
        <pc:spChg chg="add del mod">
          <ac:chgData name="Tang, Ruixuan" userId="218e1d3e-8893-41f1-b7a4-0c24a7169235" providerId="ADAL" clId="{89B11AEB-6570-4653-BBBE-F528C4B1A0DF}" dt="2026-03-27T02:06:39.254" v="581" actId="478"/>
          <ac:spMkLst>
            <pc:docMk/>
            <pc:sldMk cId="26677423" sldId="366"/>
            <ac:spMk id="10" creationId="{03151D0F-CF32-8DA4-FE3D-448B26F86B47}"/>
          </ac:spMkLst>
        </pc:spChg>
        <pc:spChg chg="add mod">
          <ac:chgData name="Tang, Ruixuan" userId="218e1d3e-8893-41f1-b7a4-0c24a7169235" providerId="ADAL" clId="{89B11AEB-6570-4653-BBBE-F528C4B1A0DF}" dt="2026-03-27T02:07:01.165" v="583" actId="1076"/>
          <ac:spMkLst>
            <pc:docMk/>
            <pc:sldMk cId="26677423" sldId="366"/>
            <ac:spMk id="11" creationId="{C9FA65E6-A424-DFA3-5441-3DFDABCBCEBE}"/>
          </ac:spMkLst>
        </pc:spChg>
        <pc:spChg chg="add mod">
          <ac:chgData name="Tang, Ruixuan" userId="218e1d3e-8893-41f1-b7a4-0c24a7169235" providerId="ADAL" clId="{89B11AEB-6570-4653-BBBE-F528C4B1A0DF}" dt="2026-03-27T02:07:01.165" v="583" actId="1076"/>
          <ac:spMkLst>
            <pc:docMk/>
            <pc:sldMk cId="26677423" sldId="366"/>
            <ac:spMk id="14" creationId="{9975B499-4835-E885-12C1-79C0C4FAA601}"/>
          </ac:spMkLst>
        </pc:spChg>
        <pc:spChg chg="add mod">
          <ac:chgData name="Tang, Ruixuan" userId="218e1d3e-8893-41f1-b7a4-0c24a7169235" providerId="ADAL" clId="{89B11AEB-6570-4653-BBBE-F528C4B1A0DF}" dt="2026-03-27T02:07:01.165" v="583" actId="1076"/>
          <ac:spMkLst>
            <pc:docMk/>
            <pc:sldMk cId="26677423" sldId="366"/>
            <ac:spMk id="15" creationId="{365E9737-6DBE-7B9E-388B-BBD0D79C113A}"/>
          </ac:spMkLst>
        </pc:spChg>
        <pc:spChg chg="add mod">
          <ac:chgData name="Tang, Ruixuan" userId="218e1d3e-8893-41f1-b7a4-0c24a7169235" providerId="ADAL" clId="{89B11AEB-6570-4653-BBBE-F528C4B1A0DF}" dt="2026-03-27T02:07:01.165" v="583" actId="1076"/>
          <ac:spMkLst>
            <pc:docMk/>
            <pc:sldMk cId="26677423" sldId="366"/>
            <ac:spMk id="16" creationId="{8BF02C84-B9CD-ADCC-8847-10056398C42F}"/>
          </ac:spMkLst>
        </pc:spChg>
        <pc:spChg chg="add mod">
          <ac:chgData name="Tang, Ruixuan" userId="218e1d3e-8893-41f1-b7a4-0c24a7169235" providerId="ADAL" clId="{89B11AEB-6570-4653-BBBE-F528C4B1A0DF}" dt="2026-03-27T02:07:01.165" v="583" actId="1076"/>
          <ac:spMkLst>
            <pc:docMk/>
            <pc:sldMk cId="26677423" sldId="366"/>
            <ac:spMk id="17" creationId="{3806F315-AD07-DCE1-1DC2-337D93565D60}"/>
          </ac:spMkLst>
        </pc:spChg>
        <pc:picChg chg="del">
          <ac:chgData name="Tang, Ruixuan" userId="218e1d3e-8893-41f1-b7a4-0c24a7169235" providerId="ADAL" clId="{89B11AEB-6570-4653-BBBE-F528C4B1A0DF}" dt="2026-03-27T02:06:35.029" v="579" actId="478"/>
          <ac:picMkLst>
            <pc:docMk/>
            <pc:sldMk cId="26677423" sldId="366"/>
            <ac:picMk id="6" creationId="{46E54D6C-779F-8675-6CD7-98A3FBFA0E63}"/>
          </ac:picMkLst>
        </pc:picChg>
        <pc:picChg chg="del">
          <ac:chgData name="Tang, Ruixuan" userId="218e1d3e-8893-41f1-b7a4-0c24a7169235" providerId="ADAL" clId="{89B11AEB-6570-4653-BBBE-F528C4B1A0DF}" dt="2026-03-27T02:06:35.029" v="579" actId="478"/>
          <ac:picMkLst>
            <pc:docMk/>
            <pc:sldMk cId="26677423" sldId="366"/>
            <ac:picMk id="7" creationId="{0B5A4743-7FEA-7F8E-E5E8-05FBD9899902}"/>
          </ac:picMkLst>
        </pc:picChg>
        <pc:picChg chg="add mod">
          <ac:chgData name="Tang, Ruixuan" userId="218e1d3e-8893-41f1-b7a4-0c24a7169235" providerId="ADAL" clId="{89B11AEB-6570-4653-BBBE-F528C4B1A0DF}" dt="2026-03-27T02:07:01.165" v="583" actId="1076"/>
          <ac:picMkLst>
            <pc:docMk/>
            <pc:sldMk cId="26677423" sldId="366"/>
            <ac:picMk id="12" creationId="{935A6887-AF76-2528-010C-E04E9E2CFC3D}"/>
          </ac:picMkLst>
        </pc:picChg>
        <pc:picChg chg="add mod">
          <ac:chgData name="Tang, Ruixuan" userId="218e1d3e-8893-41f1-b7a4-0c24a7169235" providerId="ADAL" clId="{89B11AEB-6570-4653-BBBE-F528C4B1A0DF}" dt="2026-03-27T02:07:01.165" v="583" actId="1076"/>
          <ac:picMkLst>
            <pc:docMk/>
            <pc:sldMk cId="26677423" sldId="366"/>
            <ac:picMk id="13" creationId="{6B25C14B-B30E-F281-C138-C099B48C988D}"/>
          </ac:picMkLst>
        </pc:picChg>
      </pc:sldChg>
      <pc:sldChg chg="delSp modSp new del mod">
        <pc:chgData name="Tang, Ruixuan" userId="218e1d3e-8893-41f1-b7a4-0c24a7169235" providerId="ADAL" clId="{89B11AEB-6570-4653-BBBE-F528C4B1A0DF}" dt="2026-03-27T02:10:24.465" v="644" actId="47"/>
        <pc:sldMkLst>
          <pc:docMk/>
          <pc:sldMk cId="295213283" sldId="367"/>
        </pc:sldMkLst>
        <pc:spChg chg="mod">
          <ac:chgData name="Tang, Ruixuan" userId="218e1d3e-8893-41f1-b7a4-0c24a7169235" providerId="ADAL" clId="{89B11AEB-6570-4653-BBBE-F528C4B1A0DF}" dt="2026-03-27T02:07:48.243" v="593" actId="20577"/>
          <ac:spMkLst>
            <pc:docMk/>
            <pc:sldMk cId="295213283" sldId="367"/>
            <ac:spMk id="2" creationId="{D7843454-9C69-8AD7-DFD6-121CFE25642A}"/>
          </ac:spMkLst>
        </pc:spChg>
        <pc:spChg chg="del">
          <ac:chgData name="Tang, Ruixuan" userId="218e1d3e-8893-41f1-b7a4-0c24a7169235" providerId="ADAL" clId="{89B11AEB-6570-4653-BBBE-F528C4B1A0DF}" dt="2026-03-27T02:07:41.338" v="587" actId="478"/>
          <ac:spMkLst>
            <pc:docMk/>
            <pc:sldMk cId="295213283" sldId="367"/>
            <ac:spMk id="3" creationId="{1207453A-796A-EFEF-7EA7-FAD899AFA665}"/>
          </ac:spMkLst>
        </pc:spChg>
      </pc:sldChg>
      <pc:sldChg chg="addSp modSp add mod">
        <pc:chgData name="Tang, Ruixuan" userId="218e1d3e-8893-41f1-b7a4-0c24a7169235" providerId="ADAL" clId="{89B11AEB-6570-4653-BBBE-F528C4B1A0DF}" dt="2026-03-27T02:09:36.935" v="623" actId="20577"/>
        <pc:sldMkLst>
          <pc:docMk/>
          <pc:sldMk cId="2661951569" sldId="368"/>
        </pc:sldMkLst>
        <pc:spChg chg="mod">
          <ac:chgData name="Tang, Ruixuan" userId="218e1d3e-8893-41f1-b7a4-0c24a7169235" providerId="ADAL" clId="{89B11AEB-6570-4653-BBBE-F528C4B1A0DF}" dt="2026-03-27T02:08:34.995" v="608" actId="20577"/>
          <ac:spMkLst>
            <pc:docMk/>
            <pc:sldMk cId="2661951569" sldId="368"/>
            <ac:spMk id="2" creationId="{3B4ACD3E-024D-681A-3237-CFAB309B1B41}"/>
          </ac:spMkLst>
        </pc:spChg>
        <pc:spChg chg="add mod">
          <ac:chgData name="Tang, Ruixuan" userId="218e1d3e-8893-41f1-b7a4-0c24a7169235" providerId="ADAL" clId="{89B11AEB-6570-4653-BBBE-F528C4B1A0DF}" dt="2026-03-27T02:09:07.291" v="615" actId="14100"/>
          <ac:spMkLst>
            <pc:docMk/>
            <pc:sldMk cId="2661951569" sldId="368"/>
            <ac:spMk id="3" creationId="{50D1BE6C-9D09-6A03-4F17-75BEBCAC71CF}"/>
          </ac:spMkLst>
        </pc:spChg>
        <pc:spChg chg="mod">
          <ac:chgData name="Tang, Ruixuan" userId="218e1d3e-8893-41f1-b7a4-0c24a7169235" providerId="ADAL" clId="{89B11AEB-6570-4653-BBBE-F528C4B1A0DF}" dt="2026-03-27T02:09:36.935" v="623" actId="20577"/>
          <ac:spMkLst>
            <pc:docMk/>
            <pc:sldMk cId="2661951569" sldId="368"/>
            <ac:spMk id="5" creationId="{770F4AE2-4FC5-44C9-21EF-ACA1CF2A47C4}"/>
          </ac:spMkLst>
        </pc:spChg>
        <pc:spChg chg="mod">
          <ac:chgData name="Tang, Ruixuan" userId="218e1d3e-8893-41f1-b7a4-0c24a7169235" providerId="ADAL" clId="{89B11AEB-6570-4653-BBBE-F528C4B1A0DF}" dt="2026-03-27T02:08:40.605" v="609" actId="14100"/>
          <ac:spMkLst>
            <pc:docMk/>
            <pc:sldMk cId="2661951569" sldId="368"/>
            <ac:spMk id="8" creationId="{8AFB6D64-E96A-FC30-6020-9FEAB0F74EA5}"/>
          </ac:spMkLst>
        </pc:spChg>
        <pc:spChg chg="mod">
          <ac:chgData name="Tang, Ruixuan" userId="218e1d3e-8893-41f1-b7a4-0c24a7169235" providerId="ADAL" clId="{89B11AEB-6570-4653-BBBE-F528C4B1A0DF}" dt="2026-03-27T02:08:45.114" v="610" actId="14100"/>
          <ac:spMkLst>
            <pc:docMk/>
            <pc:sldMk cId="2661951569" sldId="368"/>
            <ac:spMk id="9" creationId="{A9963AA8-DC50-2F92-098C-75768574600D}"/>
          </ac:spMkLst>
        </pc:spChg>
        <pc:spChg chg="add mod">
          <ac:chgData name="Tang, Ruixuan" userId="218e1d3e-8893-41f1-b7a4-0c24a7169235" providerId="ADAL" clId="{89B11AEB-6570-4653-BBBE-F528C4B1A0DF}" dt="2026-03-27T02:09:16.234" v="617" actId="1076"/>
          <ac:spMkLst>
            <pc:docMk/>
            <pc:sldMk cId="2661951569" sldId="368"/>
            <ac:spMk id="10" creationId="{0733DC09-2C3F-B152-3F0A-C7ACE55FB61A}"/>
          </ac:spMkLst>
        </pc:spChg>
      </pc:sldChg>
      <pc:sldChg chg="delSp modSp add mod">
        <pc:chgData name="Tang, Ruixuan" userId="218e1d3e-8893-41f1-b7a4-0c24a7169235" providerId="ADAL" clId="{89B11AEB-6570-4653-BBBE-F528C4B1A0DF}" dt="2026-03-27T02:12:06.083" v="660" actId="1076"/>
        <pc:sldMkLst>
          <pc:docMk/>
          <pc:sldMk cId="3722511743" sldId="369"/>
        </pc:sldMkLst>
        <pc:spChg chg="mod">
          <ac:chgData name="Tang, Ruixuan" userId="218e1d3e-8893-41f1-b7a4-0c24a7169235" providerId="ADAL" clId="{89B11AEB-6570-4653-BBBE-F528C4B1A0DF}" dt="2026-03-27T02:10:04.440" v="638" actId="20577"/>
          <ac:spMkLst>
            <pc:docMk/>
            <pc:sldMk cId="3722511743" sldId="369"/>
            <ac:spMk id="2" creationId="{3B4ACD3E-024D-681A-3237-CFAB309B1B41}"/>
          </ac:spMkLst>
        </pc:spChg>
        <pc:spChg chg="mod">
          <ac:chgData name="Tang, Ruixuan" userId="218e1d3e-8893-41f1-b7a4-0c24a7169235" providerId="ADAL" clId="{89B11AEB-6570-4653-BBBE-F528C4B1A0DF}" dt="2026-03-27T02:10:12.667" v="641" actId="14100"/>
          <ac:spMkLst>
            <pc:docMk/>
            <pc:sldMk cId="3722511743" sldId="369"/>
            <ac:spMk id="3" creationId="{50D1BE6C-9D09-6A03-4F17-75BEBCAC71CF}"/>
          </ac:spMkLst>
        </pc:spChg>
        <pc:spChg chg="mod">
          <ac:chgData name="Tang, Ruixuan" userId="218e1d3e-8893-41f1-b7a4-0c24a7169235" providerId="ADAL" clId="{89B11AEB-6570-4653-BBBE-F528C4B1A0DF}" dt="2026-03-27T02:12:06.083" v="660" actId="1076"/>
          <ac:spMkLst>
            <pc:docMk/>
            <pc:sldMk cId="3722511743" sldId="369"/>
            <ac:spMk id="5" creationId="{770F4AE2-4FC5-44C9-21EF-ACA1CF2A47C4}"/>
          </ac:spMkLst>
        </pc:spChg>
        <pc:spChg chg="del">
          <ac:chgData name="Tang, Ruixuan" userId="218e1d3e-8893-41f1-b7a4-0c24a7169235" providerId="ADAL" clId="{89B11AEB-6570-4653-BBBE-F528C4B1A0DF}" dt="2026-03-27T02:10:06.869" v="639" actId="478"/>
          <ac:spMkLst>
            <pc:docMk/>
            <pc:sldMk cId="3722511743" sldId="369"/>
            <ac:spMk id="8" creationId="{8AFB6D64-E96A-FC30-6020-9FEAB0F74EA5}"/>
          </ac:spMkLst>
        </pc:spChg>
        <pc:spChg chg="del">
          <ac:chgData name="Tang, Ruixuan" userId="218e1d3e-8893-41f1-b7a4-0c24a7169235" providerId="ADAL" clId="{89B11AEB-6570-4653-BBBE-F528C4B1A0DF}" dt="2026-03-27T02:10:08.346" v="640" actId="478"/>
          <ac:spMkLst>
            <pc:docMk/>
            <pc:sldMk cId="3722511743" sldId="369"/>
            <ac:spMk id="9" creationId="{A9963AA8-DC50-2F92-098C-75768574600D}"/>
          </ac:spMkLst>
        </pc:spChg>
        <pc:spChg chg="mod">
          <ac:chgData name="Tang, Ruixuan" userId="218e1d3e-8893-41f1-b7a4-0c24a7169235" providerId="ADAL" clId="{89B11AEB-6570-4653-BBBE-F528C4B1A0DF}" dt="2026-03-27T02:10:18.603" v="642" actId="14100"/>
          <ac:spMkLst>
            <pc:docMk/>
            <pc:sldMk cId="3722511743" sldId="369"/>
            <ac:spMk id="10" creationId="{0733DC09-2C3F-B152-3F0A-C7ACE55FB61A}"/>
          </ac:spMkLst>
        </pc:spChg>
      </pc:sldChg>
      <pc:sldChg chg="add del">
        <pc:chgData name="Tang, Ruixuan" userId="218e1d3e-8893-41f1-b7a4-0c24a7169235" providerId="ADAL" clId="{89B11AEB-6570-4653-BBBE-F528C4B1A0DF}" dt="2026-03-27T02:10:38.872" v="646"/>
        <pc:sldMkLst>
          <pc:docMk/>
          <pc:sldMk cId="3177760413" sldId="370"/>
        </pc:sldMkLst>
      </pc:sldChg>
    </pc:docChg>
  </pc:docChgLst>
  <pc:docChgLst>
    <pc:chgData name="Tang, Ruixuan" userId="218e1d3e-8893-41f1-b7a4-0c24a7169235" providerId="ADAL" clId="{3811B890-99AC-4950-AA39-9C3F3A83C387}"/>
    <pc:docChg chg="undo custSel addSld delSld modSld sldOrd">
      <pc:chgData name="Tang, Ruixuan" userId="218e1d3e-8893-41f1-b7a4-0c24a7169235" providerId="ADAL" clId="{3811B890-99AC-4950-AA39-9C3F3A83C387}" dt="2026-03-30T23:07:01.892" v="2865" actId="47"/>
      <pc:docMkLst>
        <pc:docMk/>
      </pc:docMkLst>
      <pc:sldChg chg="del">
        <pc:chgData name="Tang, Ruixuan" userId="218e1d3e-8893-41f1-b7a4-0c24a7169235" providerId="ADAL" clId="{3811B890-99AC-4950-AA39-9C3F3A83C387}" dt="2026-03-30T23:06:54.419" v="2854" actId="47"/>
        <pc:sldMkLst>
          <pc:docMk/>
          <pc:sldMk cId="2817325763" sldId="337"/>
        </pc:sldMkLst>
      </pc:sldChg>
      <pc:sldChg chg="modSp mod">
        <pc:chgData name="Tang, Ruixuan" userId="218e1d3e-8893-41f1-b7a4-0c24a7169235" providerId="ADAL" clId="{3811B890-99AC-4950-AA39-9C3F3A83C387}" dt="2026-03-30T22:05:25.943" v="3" actId="20577"/>
        <pc:sldMkLst>
          <pc:docMk/>
          <pc:sldMk cId="2109493621" sldId="341"/>
        </pc:sldMkLst>
        <pc:spChg chg="mod">
          <ac:chgData name="Tang, Ruixuan" userId="218e1d3e-8893-41f1-b7a4-0c24a7169235" providerId="ADAL" clId="{3811B890-99AC-4950-AA39-9C3F3A83C387}" dt="2026-03-30T22:05:25.943" v="3" actId="20577"/>
          <ac:spMkLst>
            <pc:docMk/>
            <pc:sldMk cId="2109493621" sldId="341"/>
            <ac:spMk id="2" creationId="{358BD015-8208-A241-810D-E329330D0B37}"/>
          </ac:spMkLst>
        </pc:spChg>
      </pc:sldChg>
      <pc:sldChg chg="del">
        <pc:chgData name="Tang, Ruixuan" userId="218e1d3e-8893-41f1-b7a4-0c24a7169235" providerId="ADAL" clId="{3811B890-99AC-4950-AA39-9C3F3A83C387}" dt="2026-03-30T23:07:00.394" v="2862" actId="47"/>
        <pc:sldMkLst>
          <pc:docMk/>
          <pc:sldMk cId="2749186890" sldId="345"/>
        </pc:sldMkLst>
      </pc:sldChg>
      <pc:sldChg chg="del">
        <pc:chgData name="Tang, Ruixuan" userId="218e1d3e-8893-41f1-b7a4-0c24a7169235" providerId="ADAL" clId="{3811B890-99AC-4950-AA39-9C3F3A83C387}" dt="2026-03-30T23:06:58.065" v="2856" actId="47"/>
        <pc:sldMkLst>
          <pc:docMk/>
          <pc:sldMk cId="1042638612" sldId="346"/>
        </pc:sldMkLst>
      </pc:sldChg>
      <pc:sldChg chg="del">
        <pc:chgData name="Tang, Ruixuan" userId="218e1d3e-8893-41f1-b7a4-0c24a7169235" providerId="ADAL" clId="{3811B890-99AC-4950-AA39-9C3F3A83C387}" dt="2026-03-30T23:07:01.892" v="2865" actId="47"/>
        <pc:sldMkLst>
          <pc:docMk/>
          <pc:sldMk cId="3664864886" sldId="348"/>
        </pc:sldMkLst>
      </pc:sldChg>
      <pc:sldChg chg="del">
        <pc:chgData name="Tang, Ruixuan" userId="218e1d3e-8893-41f1-b7a4-0c24a7169235" providerId="ADAL" clId="{3811B890-99AC-4950-AA39-9C3F3A83C387}" dt="2026-03-30T23:07:00.864" v="2864" actId="47"/>
        <pc:sldMkLst>
          <pc:docMk/>
          <pc:sldMk cId="613446485" sldId="351"/>
        </pc:sldMkLst>
      </pc:sldChg>
      <pc:sldChg chg="addSp delSp modSp del mod">
        <pc:chgData name="Tang, Ruixuan" userId="218e1d3e-8893-41f1-b7a4-0c24a7169235" providerId="ADAL" clId="{3811B890-99AC-4950-AA39-9C3F3A83C387}" dt="2026-03-30T22:38:54.562" v="1692" actId="47"/>
        <pc:sldMkLst>
          <pc:docMk/>
          <pc:sldMk cId="2047396526" sldId="352"/>
        </pc:sldMkLst>
        <pc:spChg chg="mod">
          <ac:chgData name="Tang, Ruixuan" userId="218e1d3e-8893-41f1-b7a4-0c24a7169235" providerId="ADAL" clId="{3811B890-99AC-4950-AA39-9C3F3A83C387}" dt="2026-03-30T22:05:51.566" v="16" actId="313"/>
          <ac:spMkLst>
            <pc:docMk/>
            <pc:sldMk cId="2047396526" sldId="352"/>
            <ac:spMk id="2" creationId="{41DAF575-57C8-44F2-BC64-5E0AC092E701}"/>
          </ac:spMkLst>
        </pc:spChg>
        <pc:spChg chg="mod">
          <ac:chgData name="Tang, Ruixuan" userId="218e1d3e-8893-41f1-b7a4-0c24a7169235" providerId="ADAL" clId="{3811B890-99AC-4950-AA39-9C3F3A83C387}" dt="2026-03-30T22:06:03.267" v="21" actId="1076"/>
          <ac:spMkLst>
            <pc:docMk/>
            <pc:sldMk cId="2047396526" sldId="352"/>
            <ac:spMk id="5" creationId="{8DC45E01-37AE-86D0-0A1C-A114FFE6814D}"/>
          </ac:spMkLst>
        </pc:spChg>
        <pc:spChg chg="mod">
          <ac:chgData name="Tang, Ruixuan" userId="218e1d3e-8893-41f1-b7a4-0c24a7169235" providerId="ADAL" clId="{3811B890-99AC-4950-AA39-9C3F3A83C387}" dt="2026-03-30T22:06:19.453" v="31" actId="1076"/>
          <ac:spMkLst>
            <pc:docMk/>
            <pc:sldMk cId="2047396526" sldId="352"/>
            <ac:spMk id="6" creationId="{D335FAAE-E006-A7E9-02FB-4639BA72BED2}"/>
          </ac:spMkLst>
        </pc:spChg>
        <pc:spChg chg="del">
          <ac:chgData name="Tang, Ruixuan" userId="218e1d3e-8893-41f1-b7a4-0c24a7169235" providerId="ADAL" clId="{3811B890-99AC-4950-AA39-9C3F3A83C387}" dt="2026-03-30T22:06:26.526" v="34" actId="478"/>
          <ac:spMkLst>
            <pc:docMk/>
            <pc:sldMk cId="2047396526" sldId="352"/>
            <ac:spMk id="9" creationId="{76C7BDB0-53FF-E71F-D23E-E4EC7D08F04E}"/>
          </ac:spMkLst>
        </pc:spChg>
        <pc:grpChg chg="del">
          <ac:chgData name="Tang, Ruixuan" userId="218e1d3e-8893-41f1-b7a4-0c24a7169235" providerId="ADAL" clId="{3811B890-99AC-4950-AA39-9C3F3A83C387}" dt="2026-03-30T22:06:26.526" v="34" actId="478"/>
          <ac:grpSpMkLst>
            <pc:docMk/>
            <pc:sldMk cId="2047396526" sldId="352"/>
            <ac:grpSpMk id="10" creationId="{A0D32673-3EF5-0C11-F8FA-C40E7F459851}"/>
          </ac:grpSpMkLst>
        </pc:grpChg>
        <pc:grpChg chg="del">
          <ac:chgData name="Tang, Ruixuan" userId="218e1d3e-8893-41f1-b7a4-0c24a7169235" providerId="ADAL" clId="{3811B890-99AC-4950-AA39-9C3F3A83C387}" dt="2026-03-30T22:06:20.598" v="32" actId="478"/>
          <ac:grpSpMkLst>
            <pc:docMk/>
            <pc:sldMk cId="2047396526" sldId="352"/>
            <ac:grpSpMk id="11" creationId="{84A46220-85E7-8693-D53D-0E9E6A9E3594}"/>
          </ac:grpSpMkLst>
        </pc:grpChg>
        <pc:picChg chg="del">
          <ac:chgData name="Tang, Ruixuan" userId="218e1d3e-8893-41f1-b7a4-0c24a7169235" providerId="ADAL" clId="{3811B890-99AC-4950-AA39-9C3F3A83C387}" dt="2026-03-30T22:06:20.598" v="32" actId="478"/>
          <ac:picMkLst>
            <pc:docMk/>
            <pc:sldMk cId="2047396526" sldId="352"/>
            <ac:picMk id="7" creationId="{C1D68171-52B6-D015-A7C4-5D871DEF9F55}"/>
          </ac:picMkLst>
        </pc:picChg>
        <pc:picChg chg="del">
          <ac:chgData name="Tang, Ruixuan" userId="218e1d3e-8893-41f1-b7a4-0c24a7169235" providerId="ADAL" clId="{3811B890-99AC-4950-AA39-9C3F3A83C387}" dt="2026-03-30T22:06:23.956" v="33" actId="478"/>
          <ac:picMkLst>
            <pc:docMk/>
            <pc:sldMk cId="2047396526" sldId="352"/>
            <ac:picMk id="8" creationId="{F4B3401B-B2ED-1302-99DE-F2FC38CCD9C5}"/>
          </ac:picMkLst>
        </pc:picChg>
        <pc:picChg chg="add del mod modCrop">
          <ac:chgData name="Tang, Ruixuan" userId="218e1d3e-8893-41f1-b7a4-0c24a7169235" providerId="ADAL" clId="{3811B890-99AC-4950-AA39-9C3F3A83C387}" dt="2026-03-30T22:07:10.875" v="38" actId="478"/>
          <ac:picMkLst>
            <pc:docMk/>
            <pc:sldMk cId="2047396526" sldId="352"/>
            <ac:picMk id="12" creationId="{9BD05050-E119-31A4-D4D6-88B712BD784F}"/>
          </ac:picMkLst>
        </pc:picChg>
      </pc:sldChg>
      <pc:sldChg chg="del">
        <pc:chgData name="Tang, Ruixuan" userId="218e1d3e-8893-41f1-b7a4-0c24a7169235" providerId="ADAL" clId="{3811B890-99AC-4950-AA39-9C3F3A83C387}" dt="2026-03-30T23:06:57.378" v="2855" actId="47"/>
        <pc:sldMkLst>
          <pc:docMk/>
          <pc:sldMk cId="1745374924" sldId="353"/>
        </pc:sldMkLst>
      </pc:sldChg>
      <pc:sldChg chg="del">
        <pc:chgData name="Tang, Ruixuan" userId="218e1d3e-8893-41f1-b7a4-0c24a7169235" providerId="ADAL" clId="{3811B890-99AC-4950-AA39-9C3F3A83C387}" dt="2026-03-30T22:38:57.926" v="1694" actId="47"/>
        <pc:sldMkLst>
          <pc:docMk/>
          <pc:sldMk cId="2383979802" sldId="354"/>
        </pc:sldMkLst>
      </pc:sldChg>
      <pc:sldChg chg="modSp mod">
        <pc:chgData name="Tang, Ruixuan" userId="218e1d3e-8893-41f1-b7a4-0c24a7169235" providerId="ADAL" clId="{3811B890-99AC-4950-AA39-9C3F3A83C387}" dt="2026-03-30T23:05:15.161" v="2771" actId="5793"/>
        <pc:sldMkLst>
          <pc:docMk/>
          <pc:sldMk cId="1526792514" sldId="355"/>
        </pc:sldMkLst>
        <pc:spChg chg="mod">
          <ac:chgData name="Tang, Ruixuan" userId="218e1d3e-8893-41f1-b7a4-0c24a7169235" providerId="ADAL" clId="{3811B890-99AC-4950-AA39-9C3F3A83C387}" dt="2026-03-30T22:39:47.586" v="1741" actId="20577"/>
          <ac:spMkLst>
            <pc:docMk/>
            <pc:sldMk cId="1526792514" sldId="355"/>
            <ac:spMk id="2" creationId="{57E98070-7D25-364C-8F30-02A37AD05446}"/>
          </ac:spMkLst>
        </pc:spChg>
        <pc:spChg chg="mod">
          <ac:chgData name="Tang, Ruixuan" userId="218e1d3e-8893-41f1-b7a4-0c24a7169235" providerId="ADAL" clId="{3811B890-99AC-4950-AA39-9C3F3A83C387}" dt="2026-03-30T23:05:15.161" v="2771" actId="5793"/>
          <ac:spMkLst>
            <pc:docMk/>
            <pc:sldMk cId="1526792514" sldId="355"/>
            <ac:spMk id="3" creationId="{AA147BA5-E5B9-A8F2-C3C0-C1CDE1B1F9B1}"/>
          </ac:spMkLst>
        </pc:spChg>
      </pc:sldChg>
      <pc:sldChg chg="del">
        <pc:chgData name="Tang, Ruixuan" userId="218e1d3e-8893-41f1-b7a4-0c24a7169235" providerId="ADAL" clId="{3811B890-99AC-4950-AA39-9C3F3A83C387}" dt="2026-03-30T23:06:58.477" v="2857" actId="47"/>
        <pc:sldMkLst>
          <pc:docMk/>
          <pc:sldMk cId="2794732804" sldId="358"/>
        </pc:sldMkLst>
      </pc:sldChg>
      <pc:sldChg chg="del">
        <pc:chgData name="Tang, Ruixuan" userId="218e1d3e-8893-41f1-b7a4-0c24a7169235" providerId="ADAL" clId="{3811B890-99AC-4950-AA39-9C3F3A83C387}" dt="2026-03-30T23:06:59.848" v="2861" actId="47"/>
        <pc:sldMkLst>
          <pc:docMk/>
          <pc:sldMk cId="3644140579" sldId="360"/>
        </pc:sldMkLst>
      </pc:sldChg>
      <pc:sldChg chg="del">
        <pc:chgData name="Tang, Ruixuan" userId="218e1d3e-8893-41f1-b7a4-0c24a7169235" providerId="ADAL" clId="{3811B890-99AC-4950-AA39-9C3F3A83C387}" dt="2026-03-30T23:07:00.726" v="2863" actId="47"/>
        <pc:sldMkLst>
          <pc:docMk/>
          <pc:sldMk cId="3394353688" sldId="361"/>
        </pc:sldMkLst>
      </pc:sldChg>
      <pc:sldChg chg="del">
        <pc:chgData name="Tang, Ruixuan" userId="218e1d3e-8893-41f1-b7a4-0c24a7169235" providerId="ADAL" clId="{3811B890-99AC-4950-AA39-9C3F3A83C387}" dt="2026-03-30T23:06:58.862" v="2858" actId="47"/>
        <pc:sldMkLst>
          <pc:docMk/>
          <pc:sldMk cId="2669326785" sldId="365"/>
        </pc:sldMkLst>
      </pc:sldChg>
      <pc:sldChg chg="del">
        <pc:chgData name="Tang, Ruixuan" userId="218e1d3e-8893-41f1-b7a4-0c24a7169235" providerId="ADAL" clId="{3811B890-99AC-4950-AA39-9C3F3A83C387}" dt="2026-03-30T23:06:59.300" v="2859" actId="47"/>
        <pc:sldMkLst>
          <pc:docMk/>
          <pc:sldMk cId="2661951569" sldId="368"/>
        </pc:sldMkLst>
      </pc:sldChg>
      <pc:sldChg chg="del">
        <pc:chgData name="Tang, Ruixuan" userId="218e1d3e-8893-41f1-b7a4-0c24a7169235" providerId="ADAL" clId="{3811B890-99AC-4950-AA39-9C3F3A83C387}" dt="2026-03-30T23:06:59.551" v="2860" actId="47"/>
        <pc:sldMkLst>
          <pc:docMk/>
          <pc:sldMk cId="3722511743" sldId="369"/>
        </pc:sldMkLst>
      </pc:sldChg>
      <pc:sldChg chg="delSp modSp add mod ord">
        <pc:chgData name="Tang, Ruixuan" userId="218e1d3e-8893-41f1-b7a4-0c24a7169235" providerId="ADAL" clId="{3811B890-99AC-4950-AA39-9C3F3A83C387}" dt="2026-03-30T22:30:14.558" v="1608" actId="20577"/>
        <pc:sldMkLst>
          <pc:docMk/>
          <pc:sldMk cId="3372574907" sldId="370"/>
        </pc:sldMkLst>
        <pc:spChg chg="mod">
          <ac:chgData name="Tang, Ruixuan" userId="218e1d3e-8893-41f1-b7a4-0c24a7169235" providerId="ADAL" clId="{3811B890-99AC-4950-AA39-9C3F3A83C387}" dt="2026-03-30T22:09:02.756" v="146" actId="20577"/>
          <ac:spMkLst>
            <pc:docMk/>
            <pc:sldMk cId="3372574907" sldId="370"/>
            <ac:spMk id="2" creationId="{8146A282-6CEB-37EB-5F95-03D97A8787BF}"/>
          </ac:spMkLst>
        </pc:spChg>
        <pc:spChg chg="mod">
          <ac:chgData name="Tang, Ruixuan" userId="218e1d3e-8893-41f1-b7a4-0c24a7169235" providerId="ADAL" clId="{3811B890-99AC-4950-AA39-9C3F3A83C387}" dt="2026-03-30T22:30:14.558" v="1608" actId="20577"/>
          <ac:spMkLst>
            <pc:docMk/>
            <pc:sldMk cId="3372574907" sldId="370"/>
            <ac:spMk id="3" creationId="{8D11A1A7-15C9-CE7F-58CF-5FC1FCAC8D61}"/>
          </ac:spMkLst>
        </pc:spChg>
        <pc:spChg chg="del mod">
          <ac:chgData name="Tang, Ruixuan" userId="218e1d3e-8893-41f1-b7a4-0c24a7169235" providerId="ADAL" clId="{3811B890-99AC-4950-AA39-9C3F3A83C387}" dt="2026-03-30T22:10:04.458" v="191" actId="478"/>
          <ac:spMkLst>
            <pc:docMk/>
            <pc:sldMk cId="3372574907" sldId="370"/>
            <ac:spMk id="5" creationId="{92C748F1-4966-40C7-715F-035DE253506F}"/>
          </ac:spMkLst>
        </pc:spChg>
      </pc:sldChg>
      <pc:sldChg chg="add del">
        <pc:chgData name="Tang, Ruixuan" userId="218e1d3e-8893-41f1-b7a4-0c24a7169235" providerId="ADAL" clId="{3811B890-99AC-4950-AA39-9C3F3A83C387}" dt="2026-03-30T22:38:56.119" v="1693" actId="47"/>
        <pc:sldMkLst>
          <pc:docMk/>
          <pc:sldMk cId="1195941216" sldId="371"/>
        </pc:sldMkLst>
      </pc:sldChg>
      <pc:sldChg chg="addSp delSp modSp add mod">
        <pc:chgData name="Tang, Ruixuan" userId="218e1d3e-8893-41f1-b7a4-0c24a7169235" providerId="ADAL" clId="{3811B890-99AC-4950-AA39-9C3F3A83C387}" dt="2026-03-30T22:37:04.081" v="1691" actId="1076"/>
        <pc:sldMkLst>
          <pc:docMk/>
          <pc:sldMk cId="2565692294" sldId="372"/>
        </pc:sldMkLst>
        <pc:spChg chg="mod">
          <ac:chgData name="Tang, Ruixuan" userId="218e1d3e-8893-41f1-b7a4-0c24a7169235" providerId="ADAL" clId="{3811B890-99AC-4950-AA39-9C3F3A83C387}" dt="2026-03-30T22:29:01.873" v="1577" actId="20577"/>
          <ac:spMkLst>
            <pc:docMk/>
            <pc:sldMk cId="2565692294" sldId="372"/>
            <ac:spMk id="3" creationId="{8D11A1A7-15C9-CE7F-58CF-5FC1FCAC8D61}"/>
          </ac:spMkLst>
        </pc:spChg>
        <pc:spChg chg="add mod">
          <ac:chgData name="Tang, Ruixuan" userId="218e1d3e-8893-41f1-b7a4-0c24a7169235" providerId="ADAL" clId="{3811B890-99AC-4950-AA39-9C3F3A83C387}" dt="2026-03-30T22:36:43.916" v="1669" actId="1076"/>
          <ac:spMkLst>
            <pc:docMk/>
            <pc:sldMk cId="2565692294" sldId="372"/>
            <ac:spMk id="7" creationId="{17CE1B40-DC12-499E-6FC7-4EF5265D284A}"/>
          </ac:spMkLst>
        </pc:spChg>
        <pc:spChg chg="add mod">
          <ac:chgData name="Tang, Ruixuan" userId="218e1d3e-8893-41f1-b7a4-0c24a7169235" providerId="ADAL" clId="{3811B890-99AC-4950-AA39-9C3F3A83C387}" dt="2026-03-30T22:37:04.081" v="1691" actId="1076"/>
          <ac:spMkLst>
            <pc:docMk/>
            <pc:sldMk cId="2565692294" sldId="372"/>
            <ac:spMk id="12" creationId="{B8CBAF74-C7CF-CDC0-6B80-9CE6404B7ECD}"/>
          </ac:spMkLst>
        </pc:spChg>
        <pc:picChg chg="add mod">
          <ac:chgData name="Tang, Ruixuan" userId="218e1d3e-8893-41f1-b7a4-0c24a7169235" providerId="ADAL" clId="{3811B890-99AC-4950-AA39-9C3F3A83C387}" dt="2026-03-30T22:30:40.276" v="1612" actId="1076"/>
          <ac:picMkLst>
            <pc:docMk/>
            <pc:sldMk cId="2565692294" sldId="372"/>
            <ac:picMk id="6" creationId="{1C7DF2BB-D4C4-0F17-72A7-132E8B600FC0}"/>
          </ac:picMkLst>
        </pc:picChg>
        <pc:picChg chg="add del">
          <ac:chgData name="Tang, Ruixuan" userId="218e1d3e-8893-41f1-b7a4-0c24a7169235" providerId="ADAL" clId="{3811B890-99AC-4950-AA39-9C3F3A83C387}" dt="2026-03-30T22:36:10.082" v="1657" actId="478"/>
          <ac:picMkLst>
            <pc:docMk/>
            <pc:sldMk cId="2565692294" sldId="372"/>
            <ac:picMk id="9" creationId="{C9EC1DD7-C764-A909-EE5C-E88B2E2F6955}"/>
          </ac:picMkLst>
        </pc:picChg>
        <pc:picChg chg="add mod">
          <ac:chgData name="Tang, Ruixuan" userId="218e1d3e-8893-41f1-b7a4-0c24a7169235" providerId="ADAL" clId="{3811B890-99AC-4950-AA39-9C3F3A83C387}" dt="2026-03-30T22:36:30.782" v="1663" actId="1076"/>
          <ac:picMkLst>
            <pc:docMk/>
            <pc:sldMk cId="2565692294" sldId="372"/>
            <ac:picMk id="11" creationId="{B692398C-D801-57C4-FF69-63DD76004FB1}"/>
          </ac:picMkLst>
        </pc:picChg>
      </pc:sldChg>
      <pc:sldChg chg="addSp modSp add mod">
        <pc:chgData name="Tang, Ruixuan" userId="218e1d3e-8893-41f1-b7a4-0c24a7169235" providerId="ADAL" clId="{3811B890-99AC-4950-AA39-9C3F3A83C387}" dt="2026-03-30T23:06:39.243" v="2853" actId="1076"/>
        <pc:sldMkLst>
          <pc:docMk/>
          <pc:sldMk cId="207991765" sldId="373"/>
        </pc:sldMkLst>
        <pc:spChg chg="mod">
          <ac:chgData name="Tang, Ruixuan" userId="218e1d3e-8893-41f1-b7a4-0c24a7169235" providerId="ADAL" clId="{3811B890-99AC-4950-AA39-9C3F3A83C387}" dt="2026-03-30T23:06:33.869" v="2852" actId="20577"/>
          <ac:spMkLst>
            <pc:docMk/>
            <pc:sldMk cId="207991765" sldId="373"/>
            <ac:spMk id="3" creationId="{AA147BA5-E5B9-A8F2-C3C0-C1CDE1B1F9B1}"/>
          </ac:spMkLst>
        </pc:spChg>
        <pc:spChg chg="add mod">
          <ac:chgData name="Tang, Ruixuan" userId="218e1d3e-8893-41f1-b7a4-0c24a7169235" providerId="ADAL" clId="{3811B890-99AC-4950-AA39-9C3F3A83C387}" dt="2026-03-30T23:06:39.243" v="2853" actId="1076"/>
          <ac:spMkLst>
            <pc:docMk/>
            <pc:sldMk cId="207991765" sldId="373"/>
            <ac:spMk id="7" creationId="{4484ACB3-B49C-E524-DD88-B50C14B51C7E}"/>
          </ac:spMkLst>
        </pc:spChg>
        <pc:picChg chg="add mod">
          <ac:chgData name="Tang, Ruixuan" userId="218e1d3e-8893-41f1-b7a4-0c24a7169235" providerId="ADAL" clId="{3811B890-99AC-4950-AA39-9C3F3A83C387}" dt="2026-03-30T23:06:23.336" v="2844" actId="1076"/>
          <ac:picMkLst>
            <pc:docMk/>
            <pc:sldMk cId="207991765" sldId="373"/>
            <ac:picMk id="6" creationId="{1BEAE0A6-586D-9512-9442-14258436202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34BD6E-0153-5C48-9898-4DFBB7FA4B04}" type="datetimeFigureOut">
              <a:rPr lang="en-US" smtClean="0"/>
              <a:t>4/17/2026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66AF37-F1D7-794B-A4BD-A36EC686736F}" type="slidenum">
              <a:rPr lang="en-US" smtClean="0"/>
              <a:t>‹#›</a:t>
            </a:fld>
            <a:endParaRPr lang="en-US"/>
          </a:p>
        </p:txBody>
      </p:sp>
    </p:spTree>
    <p:extLst>
      <p:ext uri="{BB962C8B-B14F-4D97-AF65-F5344CB8AC3E}">
        <p14:creationId xmlns:p14="http://schemas.microsoft.com/office/powerpoint/2010/main" val="675950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D66AF37-F1D7-794B-A4BD-A36EC686736F}" type="slidenum">
              <a:rPr lang="en-US" smtClean="0"/>
              <a:t>1</a:t>
            </a:fld>
            <a:endParaRPr lang="en-US"/>
          </a:p>
        </p:txBody>
      </p:sp>
    </p:spTree>
    <p:extLst>
      <p:ext uri="{BB962C8B-B14F-4D97-AF65-F5344CB8AC3E}">
        <p14:creationId xmlns:p14="http://schemas.microsoft.com/office/powerpoint/2010/main" val="33783078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Candidate pathways from previous papers includes axial velocity response tangential velocity /  swirl number related response and Turbulent flame speed response. </a:t>
            </a:r>
          </a:p>
          <a:p>
            <a:endParaRPr lang="en-US" dirty="0"/>
          </a:p>
        </p:txBody>
      </p:sp>
      <p:sp>
        <p:nvSpPr>
          <p:cNvPr id="4" name="Slide Number Placeholder 3"/>
          <p:cNvSpPr>
            <a:spLocks noGrp="1"/>
          </p:cNvSpPr>
          <p:nvPr>
            <p:ph type="sldNum" sz="quarter" idx="5"/>
          </p:nvPr>
        </p:nvSpPr>
        <p:spPr/>
        <p:txBody>
          <a:bodyPr/>
          <a:lstStyle/>
          <a:p>
            <a:fld id="{2D66AF37-F1D7-794B-A4BD-A36EC686736F}" type="slidenum">
              <a:rPr lang="en-US" smtClean="0"/>
              <a:t>4</a:t>
            </a:fld>
            <a:endParaRPr lang="en-US"/>
          </a:p>
        </p:txBody>
      </p:sp>
    </p:spTree>
    <p:extLst>
      <p:ext uri="{BB962C8B-B14F-4D97-AF65-F5344CB8AC3E}">
        <p14:creationId xmlns:p14="http://schemas.microsoft.com/office/powerpoint/2010/main" val="24585079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Axial velocity and axial momentum belongs to the same axial induced pathway</a:t>
            </a:r>
          </a:p>
        </p:txBody>
      </p:sp>
      <p:sp>
        <p:nvSpPr>
          <p:cNvPr id="4" name="Slide Number Placeholder 3"/>
          <p:cNvSpPr>
            <a:spLocks noGrp="1"/>
          </p:cNvSpPr>
          <p:nvPr>
            <p:ph type="sldNum" sz="quarter" idx="5"/>
          </p:nvPr>
        </p:nvSpPr>
        <p:spPr/>
        <p:txBody>
          <a:bodyPr/>
          <a:lstStyle/>
          <a:p>
            <a:fld id="{2D66AF37-F1D7-794B-A4BD-A36EC686736F}" type="slidenum">
              <a:rPr lang="en-US" smtClean="0"/>
              <a:t>8</a:t>
            </a:fld>
            <a:endParaRPr lang="en-US"/>
          </a:p>
        </p:txBody>
      </p:sp>
    </p:spTree>
    <p:extLst>
      <p:ext uri="{BB962C8B-B14F-4D97-AF65-F5344CB8AC3E}">
        <p14:creationId xmlns:p14="http://schemas.microsoft.com/office/powerpoint/2010/main" val="688768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Axial velocity and axial momentum belongs to the same axial induced pathway</a:t>
            </a:r>
          </a:p>
        </p:txBody>
      </p:sp>
      <p:sp>
        <p:nvSpPr>
          <p:cNvPr id="4" name="Slide Number Placeholder 3"/>
          <p:cNvSpPr>
            <a:spLocks noGrp="1"/>
          </p:cNvSpPr>
          <p:nvPr>
            <p:ph type="sldNum" sz="quarter" idx="5"/>
          </p:nvPr>
        </p:nvSpPr>
        <p:spPr/>
        <p:txBody>
          <a:bodyPr/>
          <a:lstStyle/>
          <a:p>
            <a:fld id="{2D66AF37-F1D7-794B-A4BD-A36EC686736F}" type="slidenum">
              <a:rPr lang="en-US" smtClean="0"/>
              <a:t>9</a:t>
            </a:fld>
            <a:endParaRPr lang="en-US"/>
          </a:p>
        </p:txBody>
      </p:sp>
    </p:spTree>
    <p:extLst>
      <p:ext uri="{BB962C8B-B14F-4D97-AF65-F5344CB8AC3E}">
        <p14:creationId xmlns:p14="http://schemas.microsoft.com/office/powerpoint/2010/main" val="31820862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09E03-EDA5-8148-947A-3BD74F44F5DF}"/>
              </a:ext>
            </a:extLst>
          </p:cNvPr>
          <p:cNvSpPr>
            <a:spLocks noGrp="1"/>
          </p:cNvSpPr>
          <p:nvPr>
            <p:ph type="ctrTitle"/>
          </p:nvPr>
        </p:nvSpPr>
        <p:spPr>
          <a:xfrm>
            <a:off x="1524000" y="1122363"/>
            <a:ext cx="9144000" cy="2387600"/>
          </a:xfrm>
        </p:spPr>
        <p:txBody>
          <a:bodyPr anchor="b">
            <a:normAutofit/>
          </a:bodyPr>
          <a:lstStyle>
            <a:lvl1pPr algn="ctr">
              <a:defRPr sz="3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5674728-8E59-9D49-8EED-B875F512B756}"/>
              </a:ext>
            </a:extLst>
          </p:cNvPr>
          <p:cNvSpPr>
            <a:spLocks noGrp="1"/>
          </p:cNvSpPr>
          <p:nvPr>
            <p:ph type="subTitle" idx="1"/>
          </p:nvPr>
        </p:nvSpPr>
        <p:spPr>
          <a:xfrm>
            <a:off x="1524000" y="3602038"/>
            <a:ext cx="9144000" cy="1655762"/>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426F1DA-C83B-EB48-BB73-A085CCC0D8E5}"/>
              </a:ext>
            </a:extLst>
          </p:cNvPr>
          <p:cNvSpPr>
            <a:spLocks noGrp="1"/>
          </p:cNvSpPr>
          <p:nvPr>
            <p:ph type="dt" sz="half" idx="10"/>
          </p:nvPr>
        </p:nvSpPr>
        <p:spPr/>
        <p:txBody>
          <a:bodyPr/>
          <a:lstStyle/>
          <a:p>
            <a:fld id="{0B4E3CC0-7A42-284E-8C88-4223A36F648D}" type="datetime1">
              <a:rPr lang="en-US" smtClean="0"/>
              <a:t>4/17/2026</a:t>
            </a:fld>
            <a:endParaRPr lang="en-US"/>
          </a:p>
        </p:txBody>
      </p:sp>
      <p:sp>
        <p:nvSpPr>
          <p:cNvPr id="5" name="Footer Placeholder 4">
            <a:extLst>
              <a:ext uri="{FF2B5EF4-FFF2-40B4-BE49-F238E27FC236}">
                <a16:creationId xmlns:a16="http://schemas.microsoft.com/office/drawing/2014/main" id="{31CFABF5-785D-4A4B-81E0-7BBC2B3B18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033C76-D727-8A4E-A23C-C1F426BC4EA3}"/>
              </a:ext>
            </a:extLst>
          </p:cNvPr>
          <p:cNvSpPr>
            <a:spLocks noGrp="1"/>
          </p:cNvSpPr>
          <p:nvPr>
            <p:ph type="sldNum" sz="quarter" idx="12"/>
          </p:nvPr>
        </p:nvSpPr>
        <p:spPr/>
        <p:txBody>
          <a:bodyPr/>
          <a:lstStyle/>
          <a:p>
            <a:fld id="{CF8C5E45-378F-A145-ADB2-B77E6DDC8018}" type="slidenum">
              <a:rPr lang="en-US" smtClean="0"/>
              <a:t>‹#›</a:t>
            </a:fld>
            <a:endParaRPr lang="en-US"/>
          </a:p>
        </p:txBody>
      </p:sp>
    </p:spTree>
    <p:extLst>
      <p:ext uri="{BB962C8B-B14F-4D97-AF65-F5344CB8AC3E}">
        <p14:creationId xmlns:p14="http://schemas.microsoft.com/office/powerpoint/2010/main" val="2960883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D7C8C-93A6-5B42-A66B-63ACC02BEBB6}"/>
              </a:ext>
            </a:extLst>
          </p:cNvPr>
          <p:cNvSpPr>
            <a:spLocks noGrp="1"/>
          </p:cNvSpPr>
          <p:nvPr>
            <p:ph type="title"/>
          </p:nvPr>
        </p:nvSpPr>
        <p:spPr>
          <a:xfrm>
            <a:off x="838200" y="0"/>
            <a:ext cx="10515600" cy="681037"/>
          </a:xfrm>
        </p:spPr>
        <p:txBody>
          <a:bodyPr/>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ECA434D-074B-3B47-80C1-A42B7C573F9D}"/>
              </a:ext>
            </a:extLst>
          </p:cNvPr>
          <p:cNvSpPr>
            <a:spLocks noGrp="1"/>
          </p:cNvSpPr>
          <p:nvPr>
            <p:ph idx="1"/>
          </p:nvPr>
        </p:nvSpPr>
        <p:spPr>
          <a:xfrm>
            <a:off x="838200" y="764359"/>
            <a:ext cx="10515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47E2C4-9C7B-C24B-87D1-703218598808}"/>
              </a:ext>
            </a:extLst>
          </p:cNvPr>
          <p:cNvSpPr>
            <a:spLocks noGrp="1"/>
          </p:cNvSpPr>
          <p:nvPr>
            <p:ph type="dt" sz="half" idx="10"/>
          </p:nvPr>
        </p:nvSpPr>
        <p:spPr/>
        <p:txBody>
          <a:bodyPr/>
          <a:lstStyle/>
          <a:p>
            <a:fld id="{999B24EA-57F0-4648-B64B-305BA70BAACB}" type="datetime1">
              <a:rPr lang="en-US" smtClean="0"/>
              <a:t>4/17/2026</a:t>
            </a:fld>
            <a:endParaRPr lang="en-US"/>
          </a:p>
        </p:txBody>
      </p:sp>
      <p:sp>
        <p:nvSpPr>
          <p:cNvPr id="5" name="Footer Placeholder 4">
            <a:extLst>
              <a:ext uri="{FF2B5EF4-FFF2-40B4-BE49-F238E27FC236}">
                <a16:creationId xmlns:a16="http://schemas.microsoft.com/office/drawing/2014/main" id="{6370BA69-B0DA-B74B-B0DB-904EFD3B23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BEFA6F-F2E1-F744-921F-25A3671C9BAE}"/>
              </a:ext>
            </a:extLst>
          </p:cNvPr>
          <p:cNvSpPr>
            <a:spLocks noGrp="1"/>
          </p:cNvSpPr>
          <p:nvPr>
            <p:ph type="sldNum" sz="quarter" idx="12"/>
          </p:nvPr>
        </p:nvSpPr>
        <p:spPr/>
        <p:txBody>
          <a:bodyPr/>
          <a:lstStyle/>
          <a:p>
            <a:fld id="{CF8C5E45-378F-A145-ADB2-B77E6DDC8018}" type="slidenum">
              <a:rPr lang="en-US" smtClean="0"/>
              <a:t>‹#›</a:t>
            </a:fld>
            <a:endParaRPr lang="en-US"/>
          </a:p>
        </p:txBody>
      </p:sp>
    </p:spTree>
    <p:extLst>
      <p:ext uri="{BB962C8B-B14F-4D97-AF65-F5344CB8AC3E}">
        <p14:creationId xmlns:p14="http://schemas.microsoft.com/office/powerpoint/2010/main" val="7022563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AE467-1E56-6B48-BF6F-C73C15C7CBD3}"/>
              </a:ext>
            </a:extLst>
          </p:cNvPr>
          <p:cNvSpPr>
            <a:spLocks noGrp="1"/>
          </p:cNvSpPr>
          <p:nvPr>
            <p:ph type="title"/>
          </p:nvPr>
        </p:nvSpPr>
        <p:spPr>
          <a:xfrm>
            <a:off x="831850" y="1709738"/>
            <a:ext cx="10515600" cy="2852737"/>
          </a:xfrm>
        </p:spPr>
        <p:txBody>
          <a:bodyPr anchor="b">
            <a:normAutofit/>
          </a:bodyPr>
          <a:lstStyle>
            <a:lvl1pPr>
              <a:defRPr sz="3600"/>
            </a:lvl1pPr>
          </a:lstStyle>
          <a:p>
            <a:r>
              <a:rPr lang="en-US"/>
              <a:t>Click to edit Master title style</a:t>
            </a:r>
          </a:p>
        </p:txBody>
      </p:sp>
      <p:sp>
        <p:nvSpPr>
          <p:cNvPr id="3" name="Text Placeholder 2">
            <a:extLst>
              <a:ext uri="{FF2B5EF4-FFF2-40B4-BE49-F238E27FC236}">
                <a16:creationId xmlns:a16="http://schemas.microsoft.com/office/drawing/2014/main" id="{B98E5C76-F33B-914F-A2DB-127AABD5FAB7}"/>
              </a:ext>
            </a:extLst>
          </p:cNvPr>
          <p:cNvSpPr>
            <a:spLocks noGrp="1"/>
          </p:cNvSpPr>
          <p:nvPr>
            <p:ph type="body" idx="1"/>
          </p:nvPr>
        </p:nvSpPr>
        <p:spPr>
          <a:xfrm>
            <a:off x="831850" y="4589463"/>
            <a:ext cx="10515600" cy="1500187"/>
          </a:xfrm>
        </p:spPr>
        <p:txBody>
          <a:bodyPr>
            <a:normAutofit/>
          </a:bodyPr>
          <a:lstStyle>
            <a:lvl1pPr marL="0" indent="0">
              <a:buNone/>
              <a:defRPr sz="1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67F29D6-EDEA-1846-9694-EF34A22D2253}"/>
              </a:ext>
            </a:extLst>
          </p:cNvPr>
          <p:cNvSpPr>
            <a:spLocks noGrp="1"/>
          </p:cNvSpPr>
          <p:nvPr>
            <p:ph type="dt" sz="half" idx="10"/>
          </p:nvPr>
        </p:nvSpPr>
        <p:spPr/>
        <p:txBody>
          <a:bodyPr/>
          <a:lstStyle/>
          <a:p>
            <a:fld id="{87C3DEEA-D416-A348-B7B9-3B1FD0363802}" type="datetime1">
              <a:rPr lang="en-US" smtClean="0"/>
              <a:t>4/17/2026</a:t>
            </a:fld>
            <a:endParaRPr lang="en-US"/>
          </a:p>
        </p:txBody>
      </p:sp>
      <p:sp>
        <p:nvSpPr>
          <p:cNvPr id="5" name="Footer Placeholder 4">
            <a:extLst>
              <a:ext uri="{FF2B5EF4-FFF2-40B4-BE49-F238E27FC236}">
                <a16:creationId xmlns:a16="http://schemas.microsoft.com/office/drawing/2014/main" id="{95403FFF-4511-154E-A586-F2CF1830A6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5F9928-A4AF-8B45-AACA-F5FD1E871548}"/>
              </a:ext>
            </a:extLst>
          </p:cNvPr>
          <p:cNvSpPr>
            <a:spLocks noGrp="1"/>
          </p:cNvSpPr>
          <p:nvPr>
            <p:ph type="sldNum" sz="quarter" idx="12"/>
          </p:nvPr>
        </p:nvSpPr>
        <p:spPr/>
        <p:txBody>
          <a:bodyPr/>
          <a:lstStyle/>
          <a:p>
            <a:fld id="{CF8C5E45-378F-A145-ADB2-B77E6DDC8018}" type="slidenum">
              <a:rPr lang="en-US" smtClean="0"/>
              <a:t>‹#›</a:t>
            </a:fld>
            <a:endParaRPr lang="en-US"/>
          </a:p>
        </p:txBody>
      </p:sp>
    </p:spTree>
    <p:extLst>
      <p:ext uri="{BB962C8B-B14F-4D97-AF65-F5344CB8AC3E}">
        <p14:creationId xmlns:p14="http://schemas.microsoft.com/office/powerpoint/2010/main" val="126078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DCAB2-2D34-9042-969C-2AAF846B6B0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C62178AF-A94E-734B-8E7F-4D6ABD455E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BF2D701A-F378-9443-8EE7-418AB35778F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5D33AFA-D024-574E-82A2-FF199023BB03}"/>
              </a:ext>
            </a:extLst>
          </p:cNvPr>
          <p:cNvSpPr>
            <a:spLocks noGrp="1"/>
          </p:cNvSpPr>
          <p:nvPr>
            <p:ph type="dt" sz="half" idx="10"/>
          </p:nvPr>
        </p:nvSpPr>
        <p:spPr/>
        <p:txBody>
          <a:bodyPr/>
          <a:lstStyle/>
          <a:p>
            <a:fld id="{53DE1E28-5B73-EB40-800F-3A0625FF4652}" type="datetime1">
              <a:rPr lang="en-US" smtClean="0"/>
              <a:t>4/17/2026</a:t>
            </a:fld>
            <a:endParaRPr lang="en-US"/>
          </a:p>
        </p:txBody>
      </p:sp>
      <p:sp>
        <p:nvSpPr>
          <p:cNvPr id="6" name="Footer Placeholder 5">
            <a:extLst>
              <a:ext uri="{FF2B5EF4-FFF2-40B4-BE49-F238E27FC236}">
                <a16:creationId xmlns:a16="http://schemas.microsoft.com/office/drawing/2014/main" id="{C684FC42-F801-A14B-838C-5CF6E3AF81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B8BE71-53E4-0543-994C-E5923FB877BC}"/>
              </a:ext>
            </a:extLst>
          </p:cNvPr>
          <p:cNvSpPr>
            <a:spLocks noGrp="1"/>
          </p:cNvSpPr>
          <p:nvPr>
            <p:ph type="sldNum" sz="quarter" idx="12"/>
          </p:nvPr>
        </p:nvSpPr>
        <p:spPr/>
        <p:txBody>
          <a:bodyPr/>
          <a:lstStyle/>
          <a:p>
            <a:fld id="{CF8C5E45-378F-A145-ADB2-B77E6DDC8018}" type="slidenum">
              <a:rPr lang="en-US" smtClean="0"/>
              <a:t>‹#›</a:t>
            </a:fld>
            <a:endParaRPr lang="en-US"/>
          </a:p>
        </p:txBody>
      </p:sp>
    </p:spTree>
    <p:extLst>
      <p:ext uri="{BB962C8B-B14F-4D97-AF65-F5344CB8AC3E}">
        <p14:creationId xmlns:p14="http://schemas.microsoft.com/office/powerpoint/2010/main" val="813443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B0809-2B39-A742-BAF9-E45B27159603}"/>
              </a:ext>
            </a:extLst>
          </p:cNvPr>
          <p:cNvSpPr>
            <a:spLocks noGrp="1"/>
          </p:cNvSpPr>
          <p:nvPr>
            <p:ph type="title"/>
          </p:nvPr>
        </p:nvSpPr>
        <p:spPr>
          <a:xfrm>
            <a:off x="838200" y="1"/>
            <a:ext cx="10515600" cy="823912"/>
          </a:xfrm>
        </p:spPr>
        <p:txBody>
          <a:bodyPr/>
          <a:lstStyle>
            <a:lvl1pPr algn="ctr">
              <a:defRPr/>
            </a:lvl1pPr>
          </a:lstStyle>
          <a:p>
            <a:r>
              <a:rPr lang="en-US" dirty="0"/>
              <a:t>Click to edit Master title style</a:t>
            </a:r>
          </a:p>
        </p:txBody>
      </p:sp>
      <p:sp>
        <p:nvSpPr>
          <p:cNvPr id="3" name="Text Placeholder 2">
            <a:extLst>
              <a:ext uri="{FF2B5EF4-FFF2-40B4-BE49-F238E27FC236}">
                <a16:creationId xmlns:a16="http://schemas.microsoft.com/office/drawing/2014/main" id="{D34E81BD-04A1-E345-8369-485B5A272F20}"/>
              </a:ext>
            </a:extLst>
          </p:cNvPr>
          <p:cNvSpPr>
            <a:spLocks noGrp="1"/>
          </p:cNvSpPr>
          <p:nvPr>
            <p:ph type="body" idx="1"/>
          </p:nvPr>
        </p:nvSpPr>
        <p:spPr>
          <a:xfrm>
            <a:off x="838200" y="857251"/>
            <a:ext cx="5157787" cy="365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50C0076-D2C7-0A47-A1B0-E2A3EFB17236}"/>
              </a:ext>
            </a:extLst>
          </p:cNvPr>
          <p:cNvSpPr>
            <a:spLocks noGrp="1"/>
          </p:cNvSpPr>
          <p:nvPr>
            <p:ph sz="half" idx="2"/>
          </p:nvPr>
        </p:nvSpPr>
        <p:spPr>
          <a:xfrm>
            <a:off x="838200" y="1256100"/>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CEC83B5-8146-EE4F-9A11-2D5830A74300}"/>
              </a:ext>
            </a:extLst>
          </p:cNvPr>
          <p:cNvSpPr>
            <a:spLocks noGrp="1"/>
          </p:cNvSpPr>
          <p:nvPr>
            <p:ph type="body" sz="quarter" idx="3"/>
          </p:nvPr>
        </p:nvSpPr>
        <p:spPr>
          <a:xfrm>
            <a:off x="6170612" y="857251"/>
            <a:ext cx="5183188" cy="365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CCF874-02F8-0F41-B5EF-64CAD3428916}"/>
              </a:ext>
            </a:extLst>
          </p:cNvPr>
          <p:cNvSpPr>
            <a:spLocks noGrp="1"/>
          </p:cNvSpPr>
          <p:nvPr>
            <p:ph sz="quarter" idx="4"/>
          </p:nvPr>
        </p:nvSpPr>
        <p:spPr>
          <a:xfrm>
            <a:off x="6170612" y="1256100"/>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9B514EB-829C-CA47-B390-3F61CEBA37B1}"/>
              </a:ext>
            </a:extLst>
          </p:cNvPr>
          <p:cNvSpPr>
            <a:spLocks noGrp="1"/>
          </p:cNvSpPr>
          <p:nvPr>
            <p:ph type="dt" sz="half" idx="10"/>
          </p:nvPr>
        </p:nvSpPr>
        <p:spPr/>
        <p:txBody>
          <a:bodyPr/>
          <a:lstStyle/>
          <a:p>
            <a:fld id="{112E404A-E11E-4542-9300-C4A7407235EA}" type="datetime1">
              <a:rPr lang="en-US" smtClean="0"/>
              <a:t>4/17/2026</a:t>
            </a:fld>
            <a:endParaRPr lang="en-US"/>
          </a:p>
        </p:txBody>
      </p:sp>
      <p:sp>
        <p:nvSpPr>
          <p:cNvPr id="8" name="Footer Placeholder 7">
            <a:extLst>
              <a:ext uri="{FF2B5EF4-FFF2-40B4-BE49-F238E27FC236}">
                <a16:creationId xmlns:a16="http://schemas.microsoft.com/office/drawing/2014/main" id="{F9484109-474B-0F4E-BF5A-88DB7A2D897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EE75345-9D45-0E4C-8EAB-29583610A622}"/>
              </a:ext>
            </a:extLst>
          </p:cNvPr>
          <p:cNvSpPr>
            <a:spLocks noGrp="1"/>
          </p:cNvSpPr>
          <p:nvPr>
            <p:ph type="sldNum" sz="quarter" idx="12"/>
          </p:nvPr>
        </p:nvSpPr>
        <p:spPr/>
        <p:txBody>
          <a:bodyPr/>
          <a:lstStyle/>
          <a:p>
            <a:fld id="{CF8C5E45-378F-A145-ADB2-B77E6DDC8018}" type="slidenum">
              <a:rPr lang="en-US" smtClean="0"/>
              <a:t>‹#›</a:t>
            </a:fld>
            <a:endParaRPr lang="en-US"/>
          </a:p>
        </p:txBody>
      </p:sp>
    </p:spTree>
    <p:extLst>
      <p:ext uri="{BB962C8B-B14F-4D97-AF65-F5344CB8AC3E}">
        <p14:creationId xmlns:p14="http://schemas.microsoft.com/office/powerpoint/2010/main" val="36001836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92A48-00DE-1841-9ADE-BF020259C13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5E289F7-DBC1-1749-B458-21E7F24234D2}"/>
              </a:ext>
            </a:extLst>
          </p:cNvPr>
          <p:cNvSpPr>
            <a:spLocks noGrp="1"/>
          </p:cNvSpPr>
          <p:nvPr>
            <p:ph type="dt" sz="half" idx="10"/>
          </p:nvPr>
        </p:nvSpPr>
        <p:spPr/>
        <p:txBody>
          <a:bodyPr/>
          <a:lstStyle/>
          <a:p>
            <a:fld id="{CAF86348-CC96-764F-9EEA-1F63E069B66A}" type="datetime1">
              <a:rPr lang="en-US" smtClean="0"/>
              <a:t>4/17/2026</a:t>
            </a:fld>
            <a:endParaRPr lang="en-US"/>
          </a:p>
        </p:txBody>
      </p:sp>
      <p:sp>
        <p:nvSpPr>
          <p:cNvPr id="4" name="Footer Placeholder 3">
            <a:extLst>
              <a:ext uri="{FF2B5EF4-FFF2-40B4-BE49-F238E27FC236}">
                <a16:creationId xmlns:a16="http://schemas.microsoft.com/office/drawing/2014/main" id="{45A78525-955C-7642-A3A7-82F5E495121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496130-2CE5-6E4E-BFAE-16BBB54792AA}"/>
              </a:ext>
            </a:extLst>
          </p:cNvPr>
          <p:cNvSpPr>
            <a:spLocks noGrp="1"/>
          </p:cNvSpPr>
          <p:nvPr>
            <p:ph type="sldNum" sz="quarter" idx="12"/>
          </p:nvPr>
        </p:nvSpPr>
        <p:spPr/>
        <p:txBody>
          <a:bodyPr/>
          <a:lstStyle/>
          <a:p>
            <a:fld id="{CF8C5E45-378F-A145-ADB2-B77E6DDC8018}" type="slidenum">
              <a:rPr lang="en-US" smtClean="0"/>
              <a:t>‹#›</a:t>
            </a:fld>
            <a:endParaRPr lang="en-US"/>
          </a:p>
        </p:txBody>
      </p:sp>
    </p:spTree>
    <p:extLst>
      <p:ext uri="{BB962C8B-B14F-4D97-AF65-F5344CB8AC3E}">
        <p14:creationId xmlns:p14="http://schemas.microsoft.com/office/powerpoint/2010/main" val="14644087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F74243-BEC2-3E4B-98C4-467FB68A1A10}"/>
              </a:ext>
            </a:extLst>
          </p:cNvPr>
          <p:cNvSpPr>
            <a:spLocks noGrp="1"/>
          </p:cNvSpPr>
          <p:nvPr>
            <p:ph type="dt" sz="half" idx="10"/>
          </p:nvPr>
        </p:nvSpPr>
        <p:spPr/>
        <p:txBody>
          <a:bodyPr/>
          <a:lstStyle/>
          <a:p>
            <a:fld id="{E10D32D9-57C5-CD4B-835B-6A8E0196BF53}" type="datetime1">
              <a:rPr lang="en-US" smtClean="0"/>
              <a:t>4/17/2026</a:t>
            </a:fld>
            <a:endParaRPr lang="en-US"/>
          </a:p>
        </p:txBody>
      </p:sp>
      <p:sp>
        <p:nvSpPr>
          <p:cNvPr id="3" name="Footer Placeholder 2">
            <a:extLst>
              <a:ext uri="{FF2B5EF4-FFF2-40B4-BE49-F238E27FC236}">
                <a16:creationId xmlns:a16="http://schemas.microsoft.com/office/drawing/2014/main" id="{7B2618E4-C720-4245-91CE-D2FF2336EEE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0CAB4D0-2B63-3248-8E9D-0A8B1450790F}"/>
              </a:ext>
            </a:extLst>
          </p:cNvPr>
          <p:cNvSpPr>
            <a:spLocks noGrp="1"/>
          </p:cNvSpPr>
          <p:nvPr>
            <p:ph type="sldNum" sz="quarter" idx="12"/>
          </p:nvPr>
        </p:nvSpPr>
        <p:spPr/>
        <p:txBody>
          <a:bodyPr/>
          <a:lstStyle/>
          <a:p>
            <a:fld id="{CF8C5E45-378F-A145-ADB2-B77E6DDC8018}" type="slidenum">
              <a:rPr lang="en-US" smtClean="0"/>
              <a:t>‹#›</a:t>
            </a:fld>
            <a:endParaRPr lang="en-US"/>
          </a:p>
        </p:txBody>
      </p:sp>
    </p:spTree>
    <p:extLst>
      <p:ext uri="{BB962C8B-B14F-4D97-AF65-F5344CB8AC3E}">
        <p14:creationId xmlns:p14="http://schemas.microsoft.com/office/powerpoint/2010/main" val="1323225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D29AA-99AF-DF49-9940-6BD1D92074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7712740-9490-CE41-A679-EA971140CF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9617F5E-FD40-0443-9B02-C4FE5E67C2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DFDE9C-2104-3A4B-9F95-9B13369B73E3}"/>
              </a:ext>
            </a:extLst>
          </p:cNvPr>
          <p:cNvSpPr>
            <a:spLocks noGrp="1"/>
          </p:cNvSpPr>
          <p:nvPr>
            <p:ph type="dt" sz="half" idx="10"/>
          </p:nvPr>
        </p:nvSpPr>
        <p:spPr/>
        <p:txBody>
          <a:bodyPr/>
          <a:lstStyle/>
          <a:p>
            <a:fld id="{5ACF601A-2BBA-6342-BE10-BB6655709CF6}" type="datetime1">
              <a:rPr lang="en-US" smtClean="0"/>
              <a:t>4/17/2026</a:t>
            </a:fld>
            <a:endParaRPr lang="en-US"/>
          </a:p>
        </p:txBody>
      </p:sp>
      <p:sp>
        <p:nvSpPr>
          <p:cNvPr id="6" name="Footer Placeholder 5">
            <a:extLst>
              <a:ext uri="{FF2B5EF4-FFF2-40B4-BE49-F238E27FC236}">
                <a16:creationId xmlns:a16="http://schemas.microsoft.com/office/drawing/2014/main" id="{39B6F019-7A77-A040-A179-4F85872EC0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58AFF3-EA9D-414E-9306-389791D8F22C}"/>
              </a:ext>
            </a:extLst>
          </p:cNvPr>
          <p:cNvSpPr>
            <a:spLocks noGrp="1"/>
          </p:cNvSpPr>
          <p:nvPr>
            <p:ph type="sldNum" sz="quarter" idx="12"/>
          </p:nvPr>
        </p:nvSpPr>
        <p:spPr/>
        <p:txBody>
          <a:bodyPr/>
          <a:lstStyle/>
          <a:p>
            <a:fld id="{CF8C5E45-378F-A145-ADB2-B77E6DDC8018}" type="slidenum">
              <a:rPr lang="en-US" smtClean="0"/>
              <a:t>‹#›</a:t>
            </a:fld>
            <a:endParaRPr lang="en-US"/>
          </a:p>
        </p:txBody>
      </p:sp>
    </p:spTree>
    <p:extLst>
      <p:ext uri="{BB962C8B-B14F-4D97-AF65-F5344CB8AC3E}">
        <p14:creationId xmlns:p14="http://schemas.microsoft.com/office/powerpoint/2010/main" val="17532300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F2A0F-BF4A-424A-800D-B4EDD48D6D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C20B496-7BCF-EF42-ABBD-75CD5AC1BE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E4477054-C4FB-9742-9B8F-5CA96E3453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73D461-0986-A142-9699-6EE73C012917}"/>
              </a:ext>
            </a:extLst>
          </p:cNvPr>
          <p:cNvSpPr>
            <a:spLocks noGrp="1"/>
          </p:cNvSpPr>
          <p:nvPr>
            <p:ph type="dt" sz="half" idx="10"/>
          </p:nvPr>
        </p:nvSpPr>
        <p:spPr/>
        <p:txBody>
          <a:bodyPr/>
          <a:lstStyle/>
          <a:p>
            <a:fld id="{38ECE724-DFF6-FA49-B967-660FCE6D22C6}" type="datetime1">
              <a:rPr lang="en-US" smtClean="0"/>
              <a:t>4/17/2026</a:t>
            </a:fld>
            <a:endParaRPr lang="en-US"/>
          </a:p>
        </p:txBody>
      </p:sp>
      <p:sp>
        <p:nvSpPr>
          <p:cNvPr id="6" name="Footer Placeholder 5">
            <a:extLst>
              <a:ext uri="{FF2B5EF4-FFF2-40B4-BE49-F238E27FC236}">
                <a16:creationId xmlns:a16="http://schemas.microsoft.com/office/drawing/2014/main" id="{D7B8E2AC-FAE5-0143-A0B1-E09260AF3C0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0BD722-EACF-C542-AB6E-2BE53E645D5E}"/>
              </a:ext>
            </a:extLst>
          </p:cNvPr>
          <p:cNvSpPr>
            <a:spLocks noGrp="1"/>
          </p:cNvSpPr>
          <p:nvPr>
            <p:ph type="sldNum" sz="quarter" idx="12"/>
          </p:nvPr>
        </p:nvSpPr>
        <p:spPr/>
        <p:txBody>
          <a:bodyPr/>
          <a:lstStyle/>
          <a:p>
            <a:fld id="{CF8C5E45-378F-A145-ADB2-B77E6DDC8018}" type="slidenum">
              <a:rPr lang="en-US" smtClean="0"/>
              <a:t>‹#›</a:t>
            </a:fld>
            <a:endParaRPr lang="en-US"/>
          </a:p>
        </p:txBody>
      </p:sp>
    </p:spTree>
    <p:extLst>
      <p:ext uri="{BB962C8B-B14F-4D97-AF65-F5344CB8AC3E}">
        <p14:creationId xmlns:p14="http://schemas.microsoft.com/office/powerpoint/2010/main" val="32159456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F8567-9361-6B42-9AAC-6E29C1CDD3C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9323EBD-2B41-8E4C-86DF-6C4A0F1F96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3002A8-827C-1545-B017-24AE2F2508AF}"/>
              </a:ext>
            </a:extLst>
          </p:cNvPr>
          <p:cNvSpPr>
            <a:spLocks noGrp="1"/>
          </p:cNvSpPr>
          <p:nvPr>
            <p:ph type="dt" sz="half" idx="10"/>
          </p:nvPr>
        </p:nvSpPr>
        <p:spPr/>
        <p:txBody>
          <a:bodyPr/>
          <a:lstStyle/>
          <a:p>
            <a:fld id="{6B580BA4-4A84-7B4D-B840-33522D5EBE0A}" type="datetime1">
              <a:rPr lang="en-US" smtClean="0"/>
              <a:t>4/17/2026</a:t>
            </a:fld>
            <a:endParaRPr lang="en-US"/>
          </a:p>
        </p:txBody>
      </p:sp>
      <p:sp>
        <p:nvSpPr>
          <p:cNvPr id="5" name="Footer Placeholder 4">
            <a:extLst>
              <a:ext uri="{FF2B5EF4-FFF2-40B4-BE49-F238E27FC236}">
                <a16:creationId xmlns:a16="http://schemas.microsoft.com/office/drawing/2014/main" id="{41A0237C-DC55-EB40-ADCA-36E866A776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A85ABC-2F27-B441-AD89-137E9BD81E89}"/>
              </a:ext>
            </a:extLst>
          </p:cNvPr>
          <p:cNvSpPr>
            <a:spLocks noGrp="1"/>
          </p:cNvSpPr>
          <p:nvPr>
            <p:ph type="sldNum" sz="quarter" idx="12"/>
          </p:nvPr>
        </p:nvSpPr>
        <p:spPr/>
        <p:txBody>
          <a:bodyPr/>
          <a:lstStyle/>
          <a:p>
            <a:fld id="{CF8C5E45-378F-A145-ADB2-B77E6DDC8018}" type="slidenum">
              <a:rPr lang="en-US" smtClean="0"/>
              <a:t>‹#›</a:t>
            </a:fld>
            <a:endParaRPr lang="en-US"/>
          </a:p>
        </p:txBody>
      </p:sp>
    </p:spTree>
    <p:extLst>
      <p:ext uri="{BB962C8B-B14F-4D97-AF65-F5344CB8AC3E}">
        <p14:creationId xmlns:p14="http://schemas.microsoft.com/office/powerpoint/2010/main" val="3683828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B490B1-B046-8847-AFEE-25FCEAD6CF4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3FF77C0-A3C6-3B4B-9855-EF98034D16B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EAB7A0-44A8-F249-B27B-41586A4B3C16}"/>
              </a:ext>
            </a:extLst>
          </p:cNvPr>
          <p:cNvSpPr>
            <a:spLocks noGrp="1"/>
          </p:cNvSpPr>
          <p:nvPr>
            <p:ph type="dt" sz="half" idx="10"/>
          </p:nvPr>
        </p:nvSpPr>
        <p:spPr/>
        <p:txBody>
          <a:bodyPr/>
          <a:lstStyle/>
          <a:p>
            <a:fld id="{5141C767-D303-D441-9AFC-12A2D932132A}" type="datetime1">
              <a:rPr lang="en-US" smtClean="0"/>
              <a:t>4/17/2026</a:t>
            </a:fld>
            <a:endParaRPr lang="en-US"/>
          </a:p>
        </p:txBody>
      </p:sp>
      <p:sp>
        <p:nvSpPr>
          <p:cNvPr id="5" name="Footer Placeholder 4">
            <a:extLst>
              <a:ext uri="{FF2B5EF4-FFF2-40B4-BE49-F238E27FC236}">
                <a16:creationId xmlns:a16="http://schemas.microsoft.com/office/drawing/2014/main" id="{F9C2C9AC-632A-0F42-8862-300E2A0DD3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1AC6D8-AB8C-0044-9807-A1B5049BC26D}"/>
              </a:ext>
            </a:extLst>
          </p:cNvPr>
          <p:cNvSpPr>
            <a:spLocks noGrp="1"/>
          </p:cNvSpPr>
          <p:nvPr>
            <p:ph type="sldNum" sz="quarter" idx="12"/>
          </p:nvPr>
        </p:nvSpPr>
        <p:spPr/>
        <p:txBody>
          <a:bodyPr/>
          <a:lstStyle/>
          <a:p>
            <a:fld id="{CF8C5E45-378F-A145-ADB2-B77E6DDC8018}" type="slidenum">
              <a:rPr lang="en-US" smtClean="0"/>
              <a:t>‹#›</a:t>
            </a:fld>
            <a:endParaRPr lang="en-US"/>
          </a:p>
        </p:txBody>
      </p:sp>
    </p:spTree>
    <p:extLst>
      <p:ext uri="{BB962C8B-B14F-4D97-AF65-F5344CB8AC3E}">
        <p14:creationId xmlns:p14="http://schemas.microsoft.com/office/powerpoint/2010/main" val="30520637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FCB070-3785-5E4D-86F6-FE60BB1714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E0F95C3E-AEB8-B840-8DB5-32B97A4080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7738ACE-286D-2F46-B8D4-D89142B340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000" b="0" i="0">
                <a:solidFill>
                  <a:schemeClr val="tx1">
                    <a:tint val="75000"/>
                  </a:schemeClr>
                </a:solidFill>
                <a:latin typeface="Helvetica Neue Light" panose="02000403000000020004" pitchFamily="2" charset="0"/>
                <a:ea typeface="Helvetica Neue Light" panose="02000403000000020004" pitchFamily="2" charset="0"/>
              </a:defRPr>
            </a:lvl1pPr>
          </a:lstStyle>
          <a:p>
            <a:fld id="{425810FE-7046-DA40-8039-35D5D54829D2}" type="datetime1">
              <a:rPr lang="en-US" smtClean="0"/>
              <a:t>4/17/2026</a:t>
            </a:fld>
            <a:endParaRPr lang="en-US"/>
          </a:p>
        </p:txBody>
      </p:sp>
      <p:sp>
        <p:nvSpPr>
          <p:cNvPr id="5" name="Footer Placeholder 4">
            <a:extLst>
              <a:ext uri="{FF2B5EF4-FFF2-40B4-BE49-F238E27FC236}">
                <a16:creationId xmlns:a16="http://schemas.microsoft.com/office/drawing/2014/main" id="{DE8CDB39-6D55-7441-BD9C-C951004573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b="0" i="0">
                <a:solidFill>
                  <a:schemeClr val="tx1">
                    <a:tint val="75000"/>
                  </a:schemeClr>
                </a:solidFill>
                <a:latin typeface="Helvetica Neue Light" panose="02000403000000020004" pitchFamily="2" charset="0"/>
                <a:ea typeface="Helvetica Neue Light" panose="02000403000000020004" pitchFamily="2" charset="0"/>
              </a:defRPr>
            </a:lvl1pPr>
          </a:lstStyle>
          <a:p>
            <a:endParaRPr lang="en-US"/>
          </a:p>
        </p:txBody>
      </p:sp>
      <p:sp>
        <p:nvSpPr>
          <p:cNvPr id="6" name="Slide Number Placeholder 5">
            <a:extLst>
              <a:ext uri="{FF2B5EF4-FFF2-40B4-BE49-F238E27FC236}">
                <a16:creationId xmlns:a16="http://schemas.microsoft.com/office/drawing/2014/main" id="{70F484EE-015C-6C41-8527-3A9860C348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000" b="0" i="0">
                <a:solidFill>
                  <a:schemeClr val="tx1">
                    <a:tint val="75000"/>
                  </a:schemeClr>
                </a:solidFill>
                <a:latin typeface="Helvetica Neue Light" panose="02000403000000020004" pitchFamily="2" charset="0"/>
                <a:ea typeface="Helvetica Neue Light" panose="02000403000000020004" pitchFamily="2" charset="0"/>
              </a:defRPr>
            </a:lvl1pPr>
          </a:lstStyle>
          <a:p>
            <a:fld id="{CF8C5E45-378F-A145-ADB2-B77E6DDC8018}" type="slidenum">
              <a:rPr lang="en-US" smtClean="0"/>
              <a:pPr/>
              <a:t>‹#›</a:t>
            </a:fld>
            <a:endParaRPr lang="en-US"/>
          </a:p>
        </p:txBody>
      </p:sp>
      <p:pic>
        <p:nvPicPr>
          <p:cNvPr id="7" name="Picture 6">
            <a:extLst>
              <a:ext uri="{FF2B5EF4-FFF2-40B4-BE49-F238E27FC236}">
                <a16:creationId xmlns:a16="http://schemas.microsoft.com/office/drawing/2014/main" id="{D6AF0FF6-C303-924F-A75F-F437FEE97323}"/>
              </a:ext>
            </a:extLst>
          </p:cNvPr>
          <p:cNvPicPr>
            <a:picLocks noChangeAspect="1"/>
          </p:cNvPicPr>
          <p:nvPr/>
        </p:nvPicPr>
        <p:blipFill>
          <a:blip r:embed="rId13"/>
          <a:stretch>
            <a:fillRect/>
          </a:stretch>
        </p:blipFill>
        <p:spPr>
          <a:xfrm>
            <a:off x="115033" y="6035675"/>
            <a:ext cx="989134" cy="685800"/>
          </a:xfrm>
          <a:prstGeom prst="rect">
            <a:avLst/>
          </a:prstGeom>
        </p:spPr>
      </p:pic>
      <p:pic>
        <p:nvPicPr>
          <p:cNvPr id="8" name="Picture 7">
            <a:extLst>
              <a:ext uri="{FF2B5EF4-FFF2-40B4-BE49-F238E27FC236}">
                <a16:creationId xmlns:a16="http://schemas.microsoft.com/office/drawing/2014/main" id="{4D2FB3B6-34BE-D54F-BC29-474253811239}"/>
              </a:ext>
            </a:extLst>
          </p:cNvPr>
          <p:cNvPicPr>
            <a:picLocks noChangeAspect="1"/>
          </p:cNvPicPr>
          <p:nvPr userDrawn="1"/>
        </p:nvPicPr>
        <p:blipFill>
          <a:blip r:embed="rId13"/>
          <a:stretch>
            <a:fillRect/>
          </a:stretch>
        </p:blipFill>
        <p:spPr>
          <a:xfrm>
            <a:off x="115033" y="6035675"/>
            <a:ext cx="989134" cy="685800"/>
          </a:xfrm>
          <a:prstGeom prst="rect">
            <a:avLst/>
          </a:prstGeom>
        </p:spPr>
      </p:pic>
    </p:spTree>
    <p:extLst>
      <p:ext uri="{BB962C8B-B14F-4D97-AF65-F5344CB8AC3E}">
        <p14:creationId xmlns:p14="http://schemas.microsoft.com/office/powerpoint/2010/main" val="1638506881"/>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hf hdr="0" ftr="0" dt="0"/>
  <p:txStyles>
    <p:titleStyle>
      <a:lvl1pPr algn="l" defTabSz="914400" rtl="0" eaLnBrk="1" latinLnBrk="0" hangingPunct="1">
        <a:lnSpc>
          <a:spcPct val="90000"/>
        </a:lnSpc>
        <a:spcBef>
          <a:spcPct val="0"/>
        </a:spcBef>
        <a:buNone/>
        <a:defRPr sz="3600" b="1" i="0" kern="1200">
          <a:solidFill>
            <a:srgbClr val="002C61"/>
          </a:solidFill>
          <a:latin typeface="Helvetica Neue" panose="02000503000000020004" pitchFamily="2" charset="0"/>
          <a:ea typeface="Helvetica Neue" panose="02000503000000020004" pitchFamily="2" charset="0"/>
          <a:cs typeface="Helvetica Neue" panose="02000503000000020004"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Helvetica Neue Light" panose="02000403000000020004" pitchFamily="2"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b="0" i="0" kern="1200">
          <a:solidFill>
            <a:schemeClr val="tx1"/>
          </a:solidFill>
          <a:latin typeface="Helvetica Neue Light" panose="02000403000000020004" pitchFamily="2" charset="0"/>
          <a:ea typeface="Helvetica Neue Light" panose="02000403000000020004"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Neue Light" panose="02000403000000020004" pitchFamily="2" charset="0"/>
          <a:ea typeface="Helvetica Neue Light" panose="02000403000000020004"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Neue Light" panose="02000403000000020004" pitchFamily="2" charset="0"/>
          <a:ea typeface="Helvetica Neue Light" panose="02000403000000020004"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Helvetica Neue Light" panose="02000403000000020004" pitchFamily="2" charset="0"/>
          <a:ea typeface="Helvetica Neue Light" panose="02000403000000020004"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BD015-8208-A241-810D-E329330D0B37}"/>
              </a:ext>
            </a:extLst>
          </p:cNvPr>
          <p:cNvSpPr>
            <a:spLocks noGrp="1"/>
          </p:cNvSpPr>
          <p:nvPr>
            <p:ph type="ctrTitle"/>
          </p:nvPr>
        </p:nvSpPr>
        <p:spPr>
          <a:xfrm>
            <a:off x="609600" y="1122363"/>
            <a:ext cx="10972800" cy="2387600"/>
          </a:xfrm>
        </p:spPr>
        <p:txBody>
          <a:bodyPr>
            <a:normAutofit/>
          </a:bodyPr>
          <a:lstStyle/>
          <a:p>
            <a:r>
              <a:rPr lang="en-US" dirty="0"/>
              <a:t>Weekly update 04/17/26</a:t>
            </a:r>
            <a:endParaRPr lang="en-US" dirty="0">
              <a:solidFill>
                <a:srgbClr val="002C61"/>
              </a:solidFill>
            </a:endParaRPr>
          </a:p>
        </p:txBody>
      </p:sp>
      <p:sp>
        <p:nvSpPr>
          <p:cNvPr id="3" name="Subtitle 2">
            <a:extLst>
              <a:ext uri="{FF2B5EF4-FFF2-40B4-BE49-F238E27FC236}">
                <a16:creationId xmlns:a16="http://schemas.microsoft.com/office/drawing/2014/main" id="{70962002-F5E0-174D-9D47-AF38E9E0D972}"/>
              </a:ext>
            </a:extLst>
          </p:cNvPr>
          <p:cNvSpPr>
            <a:spLocks noGrp="1"/>
          </p:cNvSpPr>
          <p:nvPr>
            <p:ph type="subTitle" idx="1"/>
          </p:nvPr>
        </p:nvSpPr>
        <p:spPr/>
        <p:txBody>
          <a:bodyPr>
            <a:normAutofit/>
          </a:bodyPr>
          <a:lstStyle/>
          <a:p>
            <a:r>
              <a:rPr lang="en-US" sz="2400" i="1" dirty="0"/>
              <a:t>Ruixuan Tang </a:t>
            </a:r>
            <a:endParaRPr lang="en-US" i="1" dirty="0"/>
          </a:p>
        </p:txBody>
      </p:sp>
      <p:sp>
        <p:nvSpPr>
          <p:cNvPr id="5" name="Subtitle 2">
            <a:extLst>
              <a:ext uri="{FF2B5EF4-FFF2-40B4-BE49-F238E27FC236}">
                <a16:creationId xmlns:a16="http://schemas.microsoft.com/office/drawing/2014/main" id="{979DAA9D-419C-154D-928B-84DB1478427C}"/>
              </a:ext>
            </a:extLst>
          </p:cNvPr>
          <p:cNvSpPr txBox="1">
            <a:spLocks/>
          </p:cNvSpPr>
          <p:nvPr/>
        </p:nvSpPr>
        <p:spPr>
          <a:xfrm>
            <a:off x="1524000" y="5735637"/>
            <a:ext cx="9144000" cy="42703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Helvetica Neue Light" panose="02000403000000020004" pitchFamily="2" charset="0"/>
                <a:ea typeface="Helvetica Neue Light" panose="02000403000000020004" pitchFamily="2" charset="0"/>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Helvetica Neue Light" panose="02000403000000020004" pitchFamily="2" charset="0"/>
                <a:ea typeface="Helvetica Neue Light" panose="02000403000000020004" pitchFamily="2" charset="0"/>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Helvetica Neue Light" panose="02000403000000020004" pitchFamily="2" charset="0"/>
                <a:ea typeface="Helvetica Neue Light" panose="02000403000000020004" pitchFamily="2" charset="0"/>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Neue Light" panose="02000403000000020004" pitchFamily="2" charset="0"/>
                <a:ea typeface="Helvetica Neue Light" panose="02000403000000020004" pitchFamily="2" charset="0"/>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Helvetica Neue Light" panose="02000403000000020004" pitchFamily="2" charset="0"/>
                <a:ea typeface="Helvetica Neue Light" panose="02000403000000020004" pitchFamily="2" charset="0"/>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i="1" dirty="0"/>
          </a:p>
        </p:txBody>
      </p:sp>
    </p:spTree>
    <p:extLst>
      <p:ext uri="{BB962C8B-B14F-4D97-AF65-F5344CB8AC3E}">
        <p14:creationId xmlns:p14="http://schemas.microsoft.com/office/powerpoint/2010/main" val="21094936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13617-3699-7B12-DBAA-A9EEB6BC3BB5}"/>
              </a:ext>
            </a:extLst>
          </p:cNvPr>
          <p:cNvSpPr>
            <a:spLocks noGrp="1"/>
          </p:cNvSpPr>
          <p:nvPr>
            <p:ph type="title"/>
          </p:nvPr>
        </p:nvSpPr>
        <p:spPr/>
        <p:txBody>
          <a:bodyPr/>
          <a:lstStyle/>
          <a:p>
            <a:pPr algn="ctr"/>
            <a:r>
              <a:rPr lang="en-US" altLang="zh-CN" dirty="0"/>
              <a:t>Observation</a:t>
            </a:r>
            <a:endParaRPr lang="en-US" dirty="0"/>
          </a:p>
        </p:txBody>
      </p:sp>
      <p:sp>
        <p:nvSpPr>
          <p:cNvPr id="4" name="Slide Number Placeholder 3">
            <a:extLst>
              <a:ext uri="{FF2B5EF4-FFF2-40B4-BE49-F238E27FC236}">
                <a16:creationId xmlns:a16="http://schemas.microsoft.com/office/drawing/2014/main" id="{25C0A313-C1F3-B779-2F8D-D1D1A961E4A1}"/>
              </a:ext>
            </a:extLst>
          </p:cNvPr>
          <p:cNvSpPr>
            <a:spLocks noGrp="1"/>
          </p:cNvSpPr>
          <p:nvPr>
            <p:ph type="sldNum" sz="quarter" idx="12"/>
          </p:nvPr>
        </p:nvSpPr>
        <p:spPr/>
        <p:txBody>
          <a:bodyPr/>
          <a:lstStyle/>
          <a:p>
            <a:fld id="{7452058F-3922-4C17-BCD1-DBC9F5349916}" type="slidenum">
              <a:rPr lang="en-US" smtClean="0"/>
              <a:t>2</a:t>
            </a:fld>
            <a:endParaRPr lang="en-US" dirty="0"/>
          </a:p>
        </p:txBody>
      </p:sp>
      <mc:AlternateContent xmlns:mc="http://schemas.openxmlformats.org/markup-compatibility/2006">
        <mc:Choice xmlns:a14="http://schemas.microsoft.com/office/drawing/2010/main" Requires="a14">
          <p:graphicFrame>
            <p:nvGraphicFramePr>
              <p:cNvPr id="5" name="Table 4">
                <a:extLst>
                  <a:ext uri="{FF2B5EF4-FFF2-40B4-BE49-F238E27FC236}">
                    <a16:creationId xmlns:a16="http://schemas.microsoft.com/office/drawing/2014/main" id="{3C5DCD01-A722-3A3A-FF91-4798AC0D6DFC}"/>
                  </a:ext>
                </a:extLst>
              </p:cNvPr>
              <p:cNvGraphicFramePr>
                <a:graphicFrameLocks noGrp="1"/>
              </p:cNvGraphicFramePr>
              <p:nvPr>
                <p:extLst>
                  <p:ext uri="{D42A27DB-BD31-4B8C-83A1-F6EECF244321}">
                    <p14:modId xmlns:p14="http://schemas.microsoft.com/office/powerpoint/2010/main" val="3347461128"/>
                  </p:ext>
                </p:extLst>
              </p:nvPr>
            </p:nvGraphicFramePr>
            <p:xfrm>
              <a:off x="174172" y="742012"/>
              <a:ext cx="11927263" cy="1076262"/>
            </p:xfrm>
            <a:graphic>
              <a:graphicData uri="http://schemas.openxmlformats.org/drawingml/2006/table">
                <a:tbl>
                  <a:tblPr firstRow="1" bandRow="1">
                    <a:tableStyleId>{5C22544A-7EE6-4342-B048-85BDC9FD1C3A}</a:tableStyleId>
                  </a:tblPr>
                  <a:tblGrid>
                    <a:gridCol w="968828">
                      <a:extLst>
                        <a:ext uri="{9D8B030D-6E8A-4147-A177-3AD203B41FA5}">
                          <a16:colId xmlns:a16="http://schemas.microsoft.com/office/drawing/2014/main" val="3941991791"/>
                        </a:ext>
                      </a:extLst>
                    </a:gridCol>
                    <a:gridCol w="1143000">
                      <a:extLst>
                        <a:ext uri="{9D8B030D-6E8A-4147-A177-3AD203B41FA5}">
                          <a16:colId xmlns:a16="http://schemas.microsoft.com/office/drawing/2014/main" val="3452759288"/>
                        </a:ext>
                      </a:extLst>
                    </a:gridCol>
                    <a:gridCol w="1230086">
                      <a:extLst>
                        <a:ext uri="{9D8B030D-6E8A-4147-A177-3AD203B41FA5}">
                          <a16:colId xmlns:a16="http://schemas.microsoft.com/office/drawing/2014/main" val="168662228"/>
                        </a:ext>
                      </a:extLst>
                    </a:gridCol>
                    <a:gridCol w="1404257">
                      <a:extLst>
                        <a:ext uri="{9D8B030D-6E8A-4147-A177-3AD203B41FA5}">
                          <a16:colId xmlns:a16="http://schemas.microsoft.com/office/drawing/2014/main" val="3681697597"/>
                        </a:ext>
                      </a:extLst>
                    </a:gridCol>
                    <a:gridCol w="1208314">
                      <a:extLst>
                        <a:ext uri="{9D8B030D-6E8A-4147-A177-3AD203B41FA5}">
                          <a16:colId xmlns:a16="http://schemas.microsoft.com/office/drawing/2014/main" val="1813054272"/>
                        </a:ext>
                      </a:extLst>
                    </a:gridCol>
                    <a:gridCol w="1415143">
                      <a:extLst>
                        <a:ext uri="{9D8B030D-6E8A-4147-A177-3AD203B41FA5}">
                          <a16:colId xmlns:a16="http://schemas.microsoft.com/office/drawing/2014/main" val="3381175078"/>
                        </a:ext>
                      </a:extLst>
                    </a:gridCol>
                    <a:gridCol w="2275114">
                      <a:extLst>
                        <a:ext uri="{9D8B030D-6E8A-4147-A177-3AD203B41FA5}">
                          <a16:colId xmlns:a16="http://schemas.microsoft.com/office/drawing/2014/main" val="4198778988"/>
                        </a:ext>
                      </a:extLst>
                    </a:gridCol>
                    <a:gridCol w="2282521">
                      <a:extLst>
                        <a:ext uri="{9D8B030D-6E8A-4147-A177-3AD203B41FA5}">
                          <a16:colId xmlns:a16="http://schemas.microsoft.com/office/drawing/2014/main" val="2508891185"/>
                        </a:ext>
                      </a:extLst>
                    </a:gridCol>
                  </a:tblGrid>
                  <a:tr h="0">
                    <a:tc>
                      <a:txBody>
                        <a:bodyPr/>
                        <a:lstStyle/>
                        <a:p>
                          <a:endParaRPr lang="en-US" dirty="0">
                            <a:latin typeface="+mn-lt"/>
                            <a:ea typeface="Helvetica Neue" panose="02000503000000020004" pitchFamily="2" charset="0"/>
                            <a:cs typeface="Helvetica Neue" panose="02000503000000020004"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cs typeface="Arial" panose="020B0604020202020204" pitchFamily="34" charset="0"/>
                                  </a:rPr>
                                  <m:t>𝝓</m:t>
                                </m:r>
                              </m:oMath>
                            </m:oMathPara>
                          </a14:m>
                          <a:endParaRPr lang="en-US" dirty="0">
                            <a:latin typeface="+mn-lt"/>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cs typeface="Arial" panose="020B0604020202020204" pitchFamily="34" charset="0"/>
                                  </a:rPr>
                                  <m:t>𝑷</m:t>
                                </m:r>
                                <m:r>
                                  <a:rPr lang="en-US" b="1" i="1" smtClean="0">
                                    <a:latin typeface="Cambria Math" panose="02040503050406030204" pitchFamily="18" charset="0"/>
                                    <a:cs typeface="Arial" panose="020B0604020202020204" pitchFamily="34" charset="0"/>
                                  </a:rPr>
                                  <m:t>,</m:t>
                                </m:r>
                                <m:r>
                                  <a:rPr lang="en-US" b="1" i="0" smtClean="0">
                                    <a:latin typeface="Cambria Math" panose="02040503050406030204" pitchFamily="18" charset="0"/>
                                    <a:cs typeface="Arial" panose="020B0604020202020204" pitchFamily="34" charset="0"/>
                                  </a:rPr>
                                  <m:t>𝐚𝐭𝐦</m:t>
                                </m:r>
                              </m:oMath>
                            </m:oMathPara>
                          </a14:m>
                          <a:endParaRPr lang="en-US" i="0" dirty="0">
                            <a:latin typeface="+mn-lt"/>
                            <a:ea typeface="Helvetica Neue" panose="02000503000000020004" pitchFamily="2" charset="0"/>
                            <a:cs typeface="Helvetica Neue" panose="02000503000000020004" pitchFamily="2" charset="0"/>
                          </a:endParaRP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cs typeface="Arial" panose="020B0604020202020204" pitchFamily="34" charset="0"/>
                                      </a:rPr>
                                    </m:ctrlPr>
                                  </m:sSubPr>
                                  <m:e>
                                    <m:r>
                                      <a:rPr lang="en-US" b="1" i="1" smtClean="0">
                                        <a:latin typeface="Cambria Math" panose="02040503050406030204" pitchFamily="18" charset="0"/>
                                        <a:cs typeface="Arial" panose="020B0604020202020204" pitchFamily="34" charset="0"/>
                                      </a:rPr>
                                      <m:t>𝑼</m:t>
                                    </m:r>
                                  </m:e>
                                  <m:sub>
                                    <m:r>
                                      <a:rPr lang="en-US" b="1" i="0" smtClean="0">
                                        <a:latin typeface="Cambria Math" panose="02040503050406030204" pitchFamily="18" charset="0"/>
                                        <a:cs typeface="Arial" panose="020B0604020202020204" pitchFamily="34" charset="0"/>
                                      </a:rPr>
                                      <m:t>𝐢𝐧</m:t>
                                    </m:r>
                                  </m:sub>
                                </m:sSub>
                                <m:r>
                                  <a:rPr lang="en-US" b="1" i="1" smtClean="0">
                                    <a:latin typeface="Cambria Math" panose="02040503050406030204" pitchFamily="18" charset="0"/>
                                    <a:cs typeface="Arial" panose="020B0604020202020204" pitchFamily="34" charset="0"/>
                                  </a:rPr>
                                  <m:t>,</m:t>
                                </m:r>
                                <m:r>
                                  <a:rPr lang="en-US" b="1" i="0" smtClean="0">
                                    <a:latin typeface="Cambria Math" panose="02040503050406030204" pitchFamily="18" charset="0"/>
                                    <a:cs typeface="Arial" panose="020B0604020202020204" pitchFamily="34" charset="0"/>
                                  </a:rPr>
                                  <m:t>𝐦</m:t>
                                </m:r>
                                <m:r>
                                  <a:rPr lang="en-US" b="1" i="0" smtClean="0">
                                    <a:latin typeface="Cambria Math" panose="02040503050406030204" pitchFamily="18" charset="0"/>
                                    <a:cs typeface="Arial" panose="020B0604020202020204" pitchFamily="34" charset="0"/>
                                  </a:rPr>
                                  <m:t>/</m:t>
                                </m:r>
                                <m:r>
                                  <a:rPr lang="en-US" b="1" i="0" smtClean="0">
                                    <a:latin typeface="Cambria Math" panose="02040503050406030204" pitchFamily="18" charset="0"/>
                                    <a:cs typeface="Arial" panose="020B0604020202020204" pitchFamily="34" charset="0"/>
                                  </a:rPr>
                                  <m:t>𝐬</m:t>
                                </m:r>
                              </m:oMath>
                            </m:oMathPara>
                          </a14:m>
                          <a:endParaRPr lang="en-US">
                            <a:latin typeface="+mn-lt"/>
                            <a:ea typeface="Helvetica Neue" panose="02000503000000020004" pitchFamily="2" charset="0"/>
                            <a:cs typeface="Helvetica Neue" panose="02000503000000020004" pitchFamily="2" charset="0"/>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cs typeface="Arial" panose="020B0604020202020204" pitchFamily="34" charset="0"/>
                                      </a:rPr>
                                    </m:ctrlPr>
                                  </m:sSubPr>
                                  <m:e>
                                    <m:r>
                                      <a:rPr lang="en-US" b="1" i="1" smtClean="0">
                                        <a:latin typeface="Cambria Math" panose="02040503050406030204" pitchFamily="18" charset="0"/>
                                        <a:cs typeface="Arial" panose="020B0604020202020204" pitchFamily="34" charset="0"/>
                                      </a:rPr>
                                      <m:t>𝑻</m:t>
                                    </m:r>
                                  </m:e>
                                  <m:sub>
                                    <m:r>
                                      <a:rPr lang="en-US" b="1" i="0" smtClean="0">
                                        <a:latin typeface="Cambria Math" panose="02040503050406030204" pitchFamily="18" charset="0"/>
                                        <a:cs typeface="Arial" panose="020B0604020202020204" pitchFamily="34" charset="0"/>
                                      </a:rPr>
                                      <m:t>𝐮</m:t>
                                    </m:r>
                                  </m:sub>
                                </m:sSub>
                                <m:r>
                                  <a:rPr lang="en-US" b="1" i="1" smtClean="0">
                                    <a:latin typeface="Cambria Math" panose="02040503050406030204" pitchFamily="18" charset="0"/>
                                    <a:cs typeface="Arial" panose="020B0604020202020204" pitchFamily="34" charset="0"/>
                                  </a:rPr>
                                  <m:t>,</m:t>
                                </m:r>
                                <m:r>
                                  <a:rPr lang="en-US" b="1" i="0" smtClean="0">
                                    <a:latin typeface="Cambria Math" panose="02040503050406030204" pitchFamily="18" charset="0"/>
                                    <a:cs typeface="Arial" panose="020B0604020202020204" pitchFamily="34" charset="0"/>
                                  </a:rPr>
                                  <m:t>𝐊</m:t>
                                </m:r>
                              </m:oMath>
                            </m:oMathPara>
                          </a14:m>
                          <a:endParaRPr lang="en-US" i="0">
                            <a:latin typeface="+mn-lt"/>
                            <a:ea typeface="Helvetica Neue" panose="02000503000000020004" pitchFamily="2" charset="0"/>
                            <a:cs typeface="Helvetica Neue" panose="02000503000000020004" pitchFamily="2" charset="0"/>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cs typeface="Arial" panose="020B0604020202020204" pitchFamily="34" charset="0"/>
                                      </a:rPr>
                                    </m:ctrlPr>
                                  </m:sSubPr>
                                  <m:e>
                                    <m:r>
                                      <a:rPr lang="en-US" b="1" i="1" smtClean="0">
                                        <a:latin typeface="Cambria Math" panose="02040503050406030204" pitchFamily="18" charset="0"/>
                                        <a:cs typeface="Arial" panose="020B0604020202020204" pitchFamily="34" charset="0"/>
                                      </a:rPr>
                                      <m:t>𝑿</m:t>
                                    </m:r>
                                  </m:e>
                                  <m:sub>
                                    <m:r>
                                      <a:rPr lang="en-US" b="1" i="0" smtClean="0">
                                        <a:latin typeface="Cambria Math" panose="02040503050406030204" pitchFamily="18" charset="0"/>
                                        <a:cs typeface="Arial" panose="020B0604020202020204" pitchFamily="34" charset="0"/>
                                      </a:rPr>
                                      <m:t>𝐂</m:t>
                                    </m:r>
                                    <m:sSub>
                                      <m:sSubPr>
                                        <m:ctrlPr>
                                          <a:rPr lang="en-US" b="1" i="1" smtClean="0">
                                            <a:latin typeface="Cambria Math" panose="02040503050406030204" pitchFamily="18" charset="0"/>
                                            <a:cs typeface="Arial" panose="020B0604020202020204" pitchFamily="34" charset="0"/>
                                          </a:rPr>
                                        </m:ctrlPr>
                                      </m:sSubPr>
                                      <m:e>
                                        <m:r>
                                          <a:rPr lang="en-US" b="1" i="0" smtClean="0">
                                            <a:latin typeface="Cambria Math" panose="02040503050406030204" pitchFamily="18" charset="0"/>
                                            <a:cs typeface="Arial" panose="020B0604020202020204" pitchFamily="34" charset="0"/>
                                          </a:rPr>
                                          <m:t>𝐇</m:t>
                                        </m:r>
                                      </m:e>
                                      <m:sub>
                                        <m:r>
                                          <a:rPr lang="en-US" b="1" i="1" smtClean="0">
                                            <a:latin typeface="Cambria Math" panose="02040503050406030204" pitchFamily="18" charset="0"/>
                                            <a:cs typeface="Arial" panose="020B0604020202020204" pitchFamily="34" charset="0"/>
                                          </a:rPr>
                                          <m:t>𝟒</m:t>
                                        </m:r>
                                      </m:sub>
                                    </m:sSub>
                                  </m:sub>
                                </m:sSub>
                              </m:oMath>
                            </m:oMathPara>
                          </a14:m>
                          <a:endParaRPr lang="en-US" i="0">
                            <a:latin typeface="+mn-lt"/>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mn-lt"/>
                              <a:ea typeface="Helvetica Neue" panose="02000503000000020004" pitchFamily="2" charset="0"/>
                              <a:cs typeface="Helvetica Neue" panose="02000503000000020004" pitchFamily="2" charset="0"/>
                            </a:rPr>
                            <a:t>FTF Gain Behavior</a:t>
                          </a:r>
                        </a:p>
                        <a:p>
                          <a:pPr algn="ctr"/>
                          <a:endParaRPr lang="en-US" i="0" dirty="0">
                            <a:latin typeface="+mn-lt"/>
                            <a:ea typeface="Helvetica Neue" panose="02000503000000020004" pitchFamily="2" charset="0"/>
                            <a:cs typeface="Helvetica Neue" panose="02000503000000020004" pitchFamily="2" charset="0"/>
                          </a:endParaRPr>
                        </a:p>
                      </a:txBody>
                      <a:tcPr/>
                    </a:tc>
                    <a:tc>
                      <a:txBody>
                        <a:bodyPr/>
                        <a:lstStyle/>
                        <a:p>
                          <a:pPr algn="ctr"/>
                          <a:r>
                            <a:rPr lang="en-US" i="0" dirty="0">
                              <a:latin typeface="+mn-lt"/>
                              <a:ea typeface="Helvetica Neue" panose="02000503000000020004" pitchFamily="2" charset="0"/>
                              <a:cs typeface="Helvetica Neue" panose="02000503000000020004" pitchFamily="2" charset="0"/>
                            </a:rPr>
                            <a:t>FTF Phase Behavior</a:t>
                          </a:r>
                        </a:p>
                      </a:txBody>
                      <a:tcPr/>
                    </a:tc>
                    <a:extLst>
                      <a:ext uri="{0D108BD9-81ED-4DB2-BD59-A6C34878D82A}">
                        <a16:rowId xmlns:a16="http://schemas.microsoft.com/office/drawing/2014/main" val="3943242325"/>
                      </a:ext>
                    </a:extLst>
                  </a:tr>
                  <a:tr h="436182">
                    <a:tc>
                      <a:txBody>
                        <a:bodyPr/>
                        <a:lstStyle/>
                        <a:p>
                          <a:pPr algn="ctr"/>
                          <a:r>
                            <a:rPr lang="en-US" dirty="0">
                              <a:latin typeface="+mn-lt"/>
                              <a:ea typeface="Helvetica Neue" panose="02000503000000020004" pitchFamily="2" charset="0"/>
                              <a:cs typeface="Helvetica Neue" panose="02000503000000020004" pitchFamily="2" charset="0"/>
                            </a:rPr>
                            <a:t>Test 3</a:t>
                          </a:r>
                        </a:p>
                      </a:txBody>
                      <a:tcPr/>
                    </a:tc>
                    <a:tc>
                      <a:txBody>
                        <a:bodyPr/>
                        <a:lstStyle/>
                        <a:p>
                          <a:pPr algn="ctr"/>
                          <a:r>
                            <a:rPr lang="en-US" dirty="0">
                              <a:latin typeface="+mn-lt"/>
                              <a:ea typeface="Helvetica Neue" panose="02000503000000020004" pitchFamily="2" charset="0"/>
                              <a:cs typeface="Helvetica Neue" panose="02000503000000020004" pitchFamily="2" charset="0"/>
                            </a:rPr>
                            <a:t>0.6</a:t>
                          </a:r>
                        </a:p>
                      </a:txBody>
                      <a:tcPr/>
                    </a:tc>
                    <a:tc>
                      <a:txBody>
                        <a:bodyPr/>
                        <a:lstStyle/>
                        <a:p>
                          <a:pPr algn="ctr"/>
                          <a:r>
                            <a:rPr lang="en-US" dirty="0">
                              <a:latin typeface="+mn-lt"/>
                              <a:ea typeface="Helvetica Neue" panose="02000503000000020004" pitchFamily="2" charset="0"/>
                              <a:cs typeface="Helvetica Neue" panose="02000503000000020004" pitchFamily="2" charset="0"/>
                            </a:rPr>
                            <a:t>4</a:t>
                          </a:r>
                        </a:p>
                      </a:txBody>
                      <a:tcPr/>
                    </a:tc>
                    <a:tc>
                      <a:txBody>
                        <a:bodyPr/>
                        <a:lstStyle/>
                        <a:p>
                          <a:pPr algn="ctr"/>
                          <a:r>
                            <a:rPr lang="en-US">
                              <a:latin typeface="+mn-lt"/>
                              <a:ea typeface="Helvetica Neue" panose="02000503000000020004" pitchFamily="2" charset="0"/>
                              <a:cs typeface="Helvetica Neue" panose="02000503000000020004" pitchFamily="2" charset="0"/>
                            </a:rPr>
                            <a:t>30</a:t>
                          </a:r>
                        </a:p>
                      </a:txBody>
                      <a:tcPr/>
                    </a:tc>
                    <a:tc>
                      <a:txBody>
                        <a:bodyPr/>
                        <a:lstStyle/>
                        <a:p>
                          <a:pPr algn="ctr"/>
                          <a:r>
                            <a:rPr lang="en-US" dirty="0">
                              <a:latin typeface="+mn-lt"/>
                              <a:ea typeface="Helvetica Neue" panose="02000503000000020004" pitchFamily="2" charset="0"/>
                              <a:cs typeface="Helvetica Neue" panose="02000503000000020004" pitchFamily="2" charset="0"/>
                            </a:rPr>
                            <a:t>523.15</a:t>
                          </a:r>
                        </a:p>
                      </a:txBody>
                      <a:tcPr/>
                    </a:tc>
                    <a:tc>
                      <a:txBody>
                        <a:bodyPr/>
                        <a:lstStyle/>
                        <a:p>
                          <a:pPr algn="ctr"/>
                          <a:r>
                            <a:rPr lang="en-US" dirty="0">
                              <a:latin typeface="+mn-lt"/>
                              <a:ea typeface="Helvetica Neue" panose="02000503000000020004" pitchFamily="2" charset="0"/>
                              <a:cs typeface="Helvetica Neue" panose="02000503000000020004" pitchFamily="2" charset="0"/>
                            </a:rPr>
                            <a:t>1</a:t>
                          </a:r>
                        </a:p>
                      </a:txBody>
                      <a:tcPr/>
                    </a:tc>
                    <a:tc>
                      <a:txBody>
                        <a:bodyPr/>
                        <a:lstStyle/>
                        <a:p>
                          <a:pPr algn="ctr"/>
                          <a:r>
                            <a:rPr lang="en-US" dirty="0">
                              <a:latin typeface="+mn-lt"/>
                              <a:ea typeface="Helvetica Neue" panose="02000503000000020004" pitchFamily="2" charset="0"/>
                              <a:cs typeface="Helvetica Neue" panose="02000503000000020004" pitchFamily="2" charset="0"/>
                            </a:rPr>
                            <a:t>Local minimum </a:t>
                          </a:r>
                        </a:p>
                      </a:txBody>
                      <a:tcPr/>
                    </a:tc>
                    <a:tc>
                      <a:txBody>
                        <a:bodyPr/>
                        <a:lstStyle/>
                        <a:p>
                          <a:pPr algn="ctr"/>
                          <a:r>
                            <a:rPr lang="en-US" dirty="0">
                              <a:latin typeface="+mn-lt"/>
                              <a:ea typeface="Helvetica Neue" panose="02000503000000020004" pitchFamily="2" charset="0"/>
                              <a:cs typeface="Helvetica Neue" panose="02000503000000020004" pitchFamily="2" charset="0"/>
                            </a:rPr>
                            <a:t>Non-Monotonic</a:t>
                          </a:r>
                        </a:p>
                      </a:txBody>
                      <a:tcPr/>
                    </a:tc>
                    <a:extLst>
                      <a:ext uri="{0D108BD9-81ED-4DB2-BD59-A6C34878D82A}">
                        <a16:rowId xmlns:a16="http://schemas.microsoft.com/office/drawing/2014/main" val="2820486297"/>
                      </a:ext>
                    </a:extLst>
                  </a:tr>
                </a:tbl>
              </a:graphicData>
            </a:graphic>
          </p:graphicFrame>
        </mc:Choice>
        <mc:Fallback>
          <p:graphicFrame>
            <p:nvGraphicFramePr>
              <p:cNvPr id="5" name="Table 4">
                <a:extLst>
                  <a:ext uri="{FF2B5EF4-FFF2-40B4-BE49-F238E27FC236}">
                    <a16:creationId xmlns:a16="http://schemas.microsoft.com/office/drawing/2014/main" id="{3C5DCD01-A722-3A3A-FF91-4798AC0D6DFC}"/>
                  </a:ext>
                </a:extLst>
              </p:cNvPr>
              <p:cNvGraphicFramePr>
                <a:graphicFrameLocks noGrp="1"/>
              </p:cNvGraphicFramePr>
              <p:nvPr>
                <p:extLst>
                  <p:ext uri="{D42A27DB-BD31-4B8C-83A1-F6EECF244321}">
                    <p14:modId xmlns:p14="http://schemas.microsoft.com/office/powerpoint/2010/main" val="3347461128"/>
                  </p:ext>
                </p:extLst>
              </p:nvPr>
            </p:nvGraphicFramePr>
            <p:xfrm>
              <a:off x="174172" y="742012"/>
              <a:ext cx="11927263" cy="1076262"/>
            </p:xfrm>
            <a:graphic>
              <a:graphicData uri="http://schemas.openxmlformats.org/drawingml/2006/table">
                <a:tbl>
                  <a:tblPr firstRow="1" bandRow="1">
                    <a:tableStyleId>{5C22544A-7EE6-4342-B048-85BDC9FD1C3A}</a:tableStyleId>
                  </a:tblPr>
                  <a:tblGrid>
                    <a:gridCol w="968828">
                      <a:extLst>
                        <a:ext uri="{9D8B030D-6E8A-4147-A177-3AD203B41FA5}">
                          <a16:colId xmlns:a16="http://schemas.microsoft.com/office/drawing/2014/main" val="3941991791"/>
                        </a:ext>
                      </a:extLst>
                    </a:gridCol>
                    <a:gridCol w="1143000">
                      <a:extLst>
                        <a:ext uri="{9D8B030D-6E8A-4147-A177-3AD203B41FA5}">
                          <a16:colId xmlns:a16="http://schemas.microsoft.com/office/drawing/2014/main" val="3452759288"/>
                        </a:ext>
                      </a:extLst>
                    </a:gridCol>
                    <a:gridCol w="1230086">
                      <a:extLst>
                        <a:ext uri="{9D8B030D-6E8A-4147-A177-3AD203B41FA5}">
                          <a16:colId xmlns:a16="http://schemas.microsoft.com/office/drawing/2014/main" val="168662228"/>
                        </a:ext>
                      </a:extLst>
                    </a:gridCol>
                    <a:gridCol w="1404257">
                      <a:extLst>
                        <a:ext uri="{9D8B030D-6E8A-4147-A177-3AD203B41FA5}">
                          <a16:colId xmlns:a16="http://schemas.microsoft.com/office/drawing/2014/main" val="3681697597"/>
                        </a:ext>
                      </a:extLst>
                    </a:gridCol>
                    <a:gridCol w="1208314">
                      <a:extLst>
                        <a:ext uri="{9D8B030D-6E8A-4147-A177-3AD203B41FA5}">
                          <a16:colId xmlns:a16="http://schemas.microsoft.com/office/drawing/2014/main" val="1813054272"/>
                        </a:ext>
                      </a:extLst>
                    </a:gridCol>
                    <a:gridCol w="1415143">
                      <a:extLst>
                        <a:ext uri="{9D8B030D-6E8A-4147-A177-3AD203B41FA5}">
                          <a16:colId xmlns:a16="http://schemas.microsoft.com/office/drawing/2014/main" val="3381175078"/>
                        </a:ext>
                      </a:extLst>
                    </a:gridCol>
                    <a:gridCol w="2275114">
                      <a:extLst>
                        <a:ext uri="{9D8B030D-6E8A-4147-A177-3AD203B41FA5}">
                          <a16:colId xmlns:a16="http://schemas.microsoft.com/office/drawing/2014/main" val="4198778988"/>
                        </a:ext>
                      </a:extLst>
                    </a:gridCol>
                    <a:gridCol w="2282521">
                      <a:extLst>
                        <a:ext uri="{9D8B030D-6E8A-4147-A177-3AD203B41FA5}">
                          <a16:colId xmlns:a16="http://schemas.microsoft.com/office/drawing/2014/main" val="2508891185"/>
                        </a:ext>
                      </a:extLst>
                    </a:gridCol>
                  </a:tblGrid>
                  <a:tr h="640080">
                    <a:tc>
                      <a:txBody>
                        <a:bodyPr/>
                        <a:lstStyle/>
                        <a:p>
                          <a:endParaRPr lang="en-US" dirty="0">
                            <a:latin typeface="+mn-lt"/>
                            <a:ea typeface="Helvetica Neue" panose="02000503000000020004" pitchFamily="2" charset="0"/>
                            <a:cs typeface="Helvetica Neue" panose="02000503000000020004" pitchFamily="2" charset="0"/>
                          </a:endParaRPr>
                        </a:p>
                      </a:txBody>
                      <a:tcPr/>
                    </a:tc>
                    <a:tc>
                      <a:txBody>
                        <a:bodyPr/>
                        <a:lstStyle/>
                        <a:p>
                          <a:endParaRPr lang="en-US"/>
                        </a:p>
                      </a:txBody>
                      <a:tcPr>
                        <a:blipFill>
                          <a:blip r:embed="rId2"/>
                          <a:stretch>
                            <a:fillRect l="-85106" t="-4717" r="-859043" b="-71698"/>
                          </a:stretch>
                        </a:blipFill>
                      </a:tcPr>
                    </a:tc>
                    <a:tc>
                      <a:txBody>
                        <a:bodyPr/>
                        <a:lstStyle/>
                        <a:p>
                          <a:endParaRPr lang="en-US"/>
                        </a:p>
                      </a:txBody>
                      <a:tcPr>
                        <a:blipFill>
                          <a:blip r:embed="rId2"/>
                          <a:stretch>
                            <a:fillRect l="-172277" t="-4717" r="-699505" b="-71698"/>
                          </a:stretch>
                        </a:blipFill>
                      </a:tcPr>
                    </a:tc>
                    <a:tc>
                      <a:txBody>
                        <a:bodyPr/>
                        <a:lstStyle/>
                        <a:p>
                          <a:endParaRPr lang="en-US"/>
                        </a:p>
                      </a:txBody>
                      <a:tcPr>
                        <a:blipFill>
                          <a:blip r:embed="rId2"/>
                          <a:stretch>
                            <a:fillRect l="-239130" t="-4717" r="-514348" b="-71698"/>
                          </a:stretch>
                        </a:blipFill>
                      </a:tcPr>
                    </a:tc>
                    <a:tc>
                      <a:txBody>
                        <a:bodyPr/>
                        <a:lstStyle/>
                        <a:p>
                          <a:endParaRPr lang="en-US"/>
                        </a:p>
                      </a:txBody>
                      <a:tcPr>
                        <a:blipFill>
                          <a:blip r:embed="rId2"/>
                          <a:stretch>
                            <a:fillRect l="-393939" t="-4717" r="-497475" b="-71698"/>
                          </a:stretch>
                        </a:blipFill>
                      </a:tcPr>
                    </a:tc>
                    <a:tc>
                      <a:txBody>
                        <a:bodyPr/>
                        <a:lstStyle/>
                        <a:p>
                          <a:endParaRPr lang="en-US"/>
                        </a:p>
                      </a:txBody>
                      <a:tcPr>
                        <a:blipFill>
                          <a:blip r:embed="rId2"/>
                          <a:stretch>
                            <a:fillRect l="-419742" t="-4717" r="-322747" b="-71698"/>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0" dirty="0">
                              <a:latin typeface="+mn-lt"/>
                              <a:ea typeface="Helvetica Neue" panose="02000503000000020004" pitchFamily="2" charset="0"/>
                              <a:cs typeface="Helvetica Neue" panose="02000503000000020004" pitchFamily="2" charset="0"/>
                            </a:rPr>
                            <a:t>FTF Gain Behavior</a:t>
                          </a:r>
                        </a:p>
                        <a:p>
                          <a:pPr algn="ctr"/>
                          <a:endParaRPr lang="en-US" i="0" dirty="0">
                            <a:latin typeface="+mn-lt"/>
                            <a:ea typeface="Helvetica Neue" panose="02000503000000020004" pitchFamily="2" charset="0"/>
                            <a:cs typeface="Helvetica Neue" panose="02000503000000020004" pitchFamily="2" charset="0"/>
                          </a:endParaRPr>
                        </a:p>
                      </a:txBody>
                      <a:tcPr/>
                    </a:tc>
                    <a:tc>
                      <a:txBody>
                        <a:bodyPr/>
                        <a:lstStyle/>
                        <a:p>
                          <a:pPr algn="ctr"/>
                          <a:r>
                            <a:rPr lang="en-US" i="0" dirty="0">
                              <a:latin typeface="+mn-lt"/>
                              <a:ea typeface="Helvetica Neue" panose="02000503000000020004" pitchFamily="2" charset="0"/>
                              <a:cs typeface="Helvetica Neue" panose="02000503000000020004" pitchFamily="2" charset="0"/>
                            </a:rPr>
                            <a:t>FTF Phase Behavior</a:t>
                          </a:r>
                        </a:p>
                      </a:txBody>
                      <a:tcPr/>
                    </a:tc>
                    <a:extLst>
                      <a:ext uri="{0D108BD9-81ED-4DB2-BD59-A6C34878D82A}">
                        <a16:rowId xmlns:a16="http://schemas.microsoft.com/office/drawing/2014/main" val="3943242325"/>
                      </a:ext>
                    </a:extLst>
                  </a:tr>
                  <a:tr h="436182">
                    <a:tc>
                      <a:txBody>
                        <a:bodyPr/>
                        <a:lstStyle/>
                        <a:p>
                          <a:pPr algn="ctr"/>
                          <a:r>
                            <a:rPr lang="en-US" dirty="0">
                              <a:latin typeface="+mn-lt"/>
                              <a:ea typeface="Helvetica Neue" panose="02000503000000020004" pitchFamily="2" charset="0"/>
                              <a:cs typeface="Helvetica Neue" panose="02000503000000020004" pitchFamily="2" charset="0"/>
                            </a:rPr>
                            <a:t>Test 3</a:t>
                          </a:r>
                        </a:p>
                      </a:txBody>
                      <a:tcPr/>
                    </a:tc>
                    <a:tc>
                      <a:txBody>
                        <a:bodyPr/>
                        <a:lstStyle/>
                        <a:p>
                          <a:pPr algn="ctr"/>
                          <a:r>
                            <a:rPr lang="en-US" dirty="0">
                              <a:latin typeface="+mn-lt"/>
                              <a:ea typeface="Helvetica Neue" panose="02000503000000020004" pitchFamily="2" charset="0"/>
                              <a:cs typeface="Helvetica Neue" panose="02000503000000020004" pitchFamily="2" charset="0"/>
                            </a:rPr>
                            <a:t>0.6</a:t>
                          </a:r>
                        </a:p>
                      </a:txBody>
                      <a:tcPr/>
                    </a:tc>
                    <a:tc>
                      <a:txBody>
                        <a:bodyPr/>
                        <a:lstStyle/>
                        <a:p>
                          <a:pPr algn="ctr"/>
                          <a:r>
                            <a:rPr lang="en-US" dirty="0">
                              <a:latin typeface="+mn-lt"/>
                              <a:ea typeface="Helvetica Neue" panose="02000503000000020004" pitchFamily="2" charset="0"/>
                              <a:cs typeface="Helvetica Neue" panose="02000503000000020004" pitchFamily="2" charset="0"/>
                            </a:rPr>
                            <a:t>4</a:t>
                          </a:r>
                        </a:p>
                      </a:txBody>
                      <a:tcPr/>
                    </a:tc>
                    <a:tc>
                      <a:txBody>
                        <a:bodyPr/>
                        <a:lstStyle/>
                        <a:p>
                          <a:pPr algn="ctr"/>
                          <a:r>
                            <a:rPr lang="en-US">
                              <a:latin typeface="+mn-lt"/>
                              <a:ea typeface="Helvetica Neue" panose="02000503000000020004" pitchFamily="2" charset="0"/>
                              <a:cs typeface="Helvetica Neue" panose="02000503000000020004" pitchFamily="2" charset="0"/>
                            </a:rPr>
                            <a:t>30</a:t>
                          </a:r>
                        </a:p>
                      </a:txBody>
                      <a:tcPr/>
                    </a:tc>
                    <a:tc>
                      <a:txBody>
                        <a:bodyPr/>
                        <a:lstStyle/>
                        <a:p>
                          <a:pPr algn="ctr"/>
                          <a:r>
                            <a:rPr lang="en-US" dirty="0">
                              <a:latin typeface="+mn-lt"/>
                              <a:ea typeface="Helvetica Neue" panose="02000503000000020004" pitchFamily="2" charset="0"/>
                              <a:cs typeface="Helvetica Neue" panose="02000503000000020004" pitchFamily="2" charset="0"/>
                            </a:rPr>
                            <a:t>523.15</a:t>
                          </a:r>
                        </a:p>
                      </a:txBody>
                      <a:tcPr/>
                    </a:tc>
                    <a:tc>
                      <a:txBody>
                        <a:bodyPr/>
                        <a:lstStyle/>
                        <a:p>
                          <a:pPr algn="ctr"/>
                          <a:r>
                            <a:rPr lang="en-US" dirty="0">
                              <a:latin typeface="+mn-lt"/>
                              <a:ea typeface="Helvetica Neue" panose="02000503000000020004" pitchFamily="2" charset="0"/>
                              <a:cs typeface="Helvetica Neue" panose="02000503000000020004" pitchFamily="2" charset="0"/>
                            </a:rPr>
                            <a:t>1</a:t>
                          </a:r>
                        </a:p>
                      </a:txBody>
                      <a:tcPr/>
                    </a:tc>
                    <a:tc>
                      <a:txBody>
                        <a:bodyPr/>
                        <a:lstStyle/>
                        <a:p>
                          <a:pPr algn="ctr"/>
                          <a:r>
                            <a:rPr lang="en-US" dirty="0">
                              <a:latin typeface="+mn-lt"/>
                              <a:ea typeface="Helvetica Neue" panose="02000503000000020004" pitchFamily="2" charset="0"/>
                              <a:cs typeface="Helvetica Neue" panose="02000503000000020004" pitchFamily="2" charset="0"/>
                            </a:rPr>
                            <a:t>Local minimum </a:t>
                          </a:r>
                        </a:p>
                      </a:txBody>
                      <a:tcPr/>
                    </a:tc>
                    <a:tc>
                      <a:txBody>
                        <a:bodyPr/>
                        <a:lstStyle/>
                        <a:p>
                          <a:pPr algn="ctr"/>
                          <a:r>
                            <a:rPr lang="en-US" dirty="0">
                              <a:latin typeface="+mn-lt"/>
                              <a:ea typeface="Helvetica Neue" panose="02000503000000020004" pitchFamily="2" charset="0"/>
                              <a:cs typeface="Helvetica Neue" panose="02000503000000020004" pitchFamily="2" charset="0"/>
                            </a:rPr>
                            <a:t>Non-Monotonic</a:t>
                          </a:r>
                        </a:p>
                      </a:txBody>
                      <a:tcPr/>
                    </a:tc>
                    <a:extLst>
                      <a:ext uri="{0D108BD9-81ED-4DB2-BD59-A6C34878D82A}">
                        <a16:rowId xmlns:a16="http://schemas.microsoft.com/office/drawing/2014/main" val="2820486297"/>
                      </a:ext>
                    </a:extLst>
                  </a:tr>
                </a:tbl>
              </a:graphicData>
            </a:graphic>
          </p:graphicFrame>
        </mc:Fallback>
      </mc:AlternateContent>
      <p:sp>
        <p:nvSpPr>
          <p:cNvPr id="11" name="TextBox 10">
            <a:extLst>
              <a:ext uri="{FF2B5EF4-FFF2-40B4-BE49-F238E27FC236}">
                <a16:creationId xmlns:a16="http://schemas.microsoft.com/office/drawing/2014/main" id="{AF569BEF-B186-64D3-A555-4ED36A19C8A3}"/>
              </a:ext>
            </a:extLst>
          </p:cNvPr>
          <p:cNvSpPr txBox="1"/>
          <p:nvPr/>
        </p:nvSpPr>
        <p:spPr>
          <a:xfrm>
            <a:off x="7457162" y="2565354"/>
            <a:ext cx="838691"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Phase</a:t>
            </a:r>
          </a:p>
        </p:txBody>
      </p:sp>
      <p:sp>
        <p:nvSpPr>
          <p:cNvPr id="7" name="TextBox 6">
            <a:extLst>
              <a:ext uri="{FF2B5EF4-FFF2-40B4-BE49-F238E27FC236}">
                <a16:creationId xmlns:a16="http://schemas.microsoft.com/office/drawing/2014/main" id="{DEEAFAF2-DC33-AEFA-E7B5-F777A66283DE}"/>
              </a:ext>
            </a:extLst>
          </p:cNvPr>
          <p:cNvSpPr txBox="1"/>
          <p:nvPr/>
        </p:nvSpPr>
        <p:spPr>
          <a:xfrm>
            <a:off x="1852894" y="2565354"/>
            <a:ext cx="2751074" cy="400110"/>
          </a:xfrm>
          <a:prstGeom prst="rect">
            <a:avLst/>
          </a:prstGeom>
          <a:noFill/>
        </p:spPr>
        <p:txBody>
          <a:bodyPr wrap="none" rtlCol="0">
            <a:spAutoFit/>
          </a:bodyPr>
          <a:lstStyle/>
          <a:p>
            <a:r>
              <a:rPr lang="en-US" sz="2000" dirty="0">
                <a:latin typeface="Arial" panose="020B0604020202020204" pitchFamily="34" charset="0"/>
                <a:cs typeface="Arial" panose="020B0604020202020204" pitchFamily="34" charset="0"/>
              </a:rPr>
              <a:t>Gain and Phase Slope</a:t>
            </a:r>
          </a:p>
        </p:txBody>
      </p:sp>
      <p:pic>
        <p:nvPicPr>
          <p:cNvPr id="9" name="Picture 8">
            <a:extLst>
              <a:ext uri="{FF2B5EF4-FFF2-40B4-BE49-F238E27FC236}">
                <a16:creationId xmlns:a16="http://schemas.microsoft.com/office/drawing/2014/main" id="{30813BA6-3C1C-AC22-2292-6CD1B4D4FF14}"/>
              </a:ext>
            </a:extLst>
          </p:cNvPr>
          <p:cNvPicPr>
            <a:picLocks noChangeAspect="1"/>
          </p:cNvPicPr>
          <p:nvPr/>
        </p:nvPicPr>
        <p:blipFill>
          <a:blip r:embed="rId3"/>
          <a:stretch>
            <a:fillRect/>
          </a:stretch>
        </p:blipFill>
        <p:spPr>
          <a:xfrm>
            <a:off x="1184763" y="3092221"/>
            <a:ext cx="4087337" cy="3181495"/>
          </a:xfrm>
          <a:prstGeom prst="rect">
            <a:avLst/>
          </a:prstGeom>
        </p:spPr>
      </p:pic>
      <p:pic>
        <p:nvPicPr>
          <p:cNvPr id="10" name="Picture 9">
            <a:extLst>
              <a:ext uri="{FF2B5EF4-FFF2-40B4-BE49-F238E27FC236}">
                <a16:creationId xmlns:a16="http://schemas.microsoft.com/office/drawing/2014/main" id="{2B39A8C1-B4B4-CDEE-B985-3AC0BAC0B91C}"/>
              </a:ext>
            </a:extLst>
          </p:cNvPr>
          <p:cNvPicPr>
            <a:picLocks noChangeAspect="1"/>
          </p:cNvPicPr>
          <p:nvPr/>
        </p:nvPicPr>
        <p:blipFill>
          <a:blip r:embed="rId4"/>
          <a:stretch>
            <a:fillRect/>
          </a:stretch>
        </p:blipFill>
        <p:spPr>
          <a:xfrm>
            <a:off x="5832838" y="3092220"/>
            <a:ext cx="4087337" cy="3181495"/>
          </a:xfrm>
          <a:prstGeom prst="rect">
            <a:avLst/>
          </a:prstGeom>
        </p:spPr>
      </p:pic>
    </p:spTree>
    <p:extLst>
      <p:ext uri="{BB962C8B-B14F-4D97-AF65-F5344CB8AC3E}">
        <p14:creationId xmlns:p14="http://schemas.microsoft.com/office/powerpoint/2010/main" val="638022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00D6F-1959-7519-F1FC-8B90438C98A7}"/>
              </a:ext>
            </a:extLst>
          </p:cNvPr>
          <p:cNvSpPr>
            <a:spLocks noGrp="1"/>
          </p:cNvSpPr>
          <p:nvPr>
            <p:ph type="title"/>
          </p:nvPr>
        </p:nvSpPr>
        <p:spPr/>
        <p:txBody>
          <a:bodyPr/>
          <a:lstStyle/>
          <a:p>
            <a:r>
              <a:rPr lang="en-US" dirty="0"/>
              <a:t>Current Findings </a:t>
            </a:r>
          </a:p>
        </p:txBody>
      </p:sp>
      <p:sp>
        <p:nvSpPr>
          <p:cNvPr id="3" name="Content Placeholder 2">
            <a:extLst>
              <a:ext uri="{FF2B5EF4-FFF2-40B4-BE49-F238E27FC236}">
                <a16:creationId xmlns:a16="http://schemas.microsoft.com/office/drawing/2014/main" id="{3B820E7E-563E-D502-D154-AFB7AF3EC9EC}"/>
              </a:ext>
            </a:extLst>
          </p:cNvPr>
          <p:cNvSpPr>
            <a:spLocks noGrp="1"/>
          </p:cNvSpPr>
          <p:nvPr>
            <p:ph idx="1"/>
          </p:nvPr>
        </p:nvSpPr>
        <p:spPr/>
        <p:txBody>
          <a:bodyPr/>
          <a:lstStyle/>
          <a:p>
            <a:r>
              <a:rPr lang="en-US" dirty="0"/>
              <a:t>A single-delay model cannot consistently explain the observed excess gain, local minimum, and phase-kink behavior.</a:t>
            </a:r>
          </a:p>
          <a:p>
            <a:r>
              <a:rPr lang="en-US" dirty="0"/>
              <a:t>Under the perfectly premixed, velocity-perturbation framework, the observed excess gain suggests that the time-delay distribution cannot be entirely positive.</a:t>
            </a:r>
          </a:p>
          <a:p>
            <a:r>
              <a:rPr lang="en-US" dirty="0"/>
              <a:t>The most possible interpretation is that the flame response contains at least one positive and one negative delayed contribution, or equivalently, at least two pathway contributions whose superposition produces constructive and destructive interference in this flame.</a:t>
            </a:r>
          </a:p>
        </p:txBody>
      </p:sp>
      <p:sp>
        <p:nvSpPr>
          <p:cNvPr id="4" name="Slide Number Placeholder 3">
            <a:extLst>
              <a:ext uri="{FF2B5EF4-FFF2-40B4-BE49-F238E27FC236}">
                <a16:creationId xmlns:a16="http://schemas.microsoft.com/office/drawing/2014/main" id="{CB5AF148-169D-9641-0353-62BA2B76519E}"/>
              </a:ext>
            </a:extLst>
          </p:cNvPr>
          <p:cNvSpPr>
            <a:spLocks noGrp="1"/>
          </p:cNvSpPr>
          <p:nvPr>
            <p:ph type="sldNum" sz="quarter" idx="12"/>
          </p:nvPr>
        </p:nvSpPr>
        <p:spPr/>
        <p:txBody>
          <a:bodyPr/>
          <a:lstStyle/>
          <a:p>
            <a:fld id="{CF8C5E45-378F-A145-ADB2-B77E6DDC8018}" type="slidenum">
              <a:rPr lang="en-US" smtClean="0"/>
              <a:t>3</a:t>
            </a:fld>
            <a:endParaRPr lang="en-US"/>
          </a:p>
        </p:txBody>
      </p:sp>
    </p:spTree>
    <p:extLst>
      <p:ext uri="{BB962C8B-B14F-4D97-AF65-F5344CB8AC3E}">
        <p14:creationId xmlns:p14="http://schemas.microsoft.com/office/powerpoint/2010/main" val="905817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00D6F-1959-7519-F1FC-8B90438C98A7}"/>
              </a:ext>
            </a:extLst>
          </p:cNvPr>
          <p:cNvSpPr>
            <a:spLocks noGrp="1"/>
          </p:cNvSpPr>
          <p:nvPr>
            <p:ph type="title"/>
          </p:nvPr>
        </p:nvSpPr>
        <p:spPr/>
        <p:txBody>
          <a:bodyPr/>
          <a:lstStyle/>
          <a:p>
            <a:r>
              <a:rPr lang="en-US" dirty="0"/>
              <a:t>Updated Hypothesis</a:t>
            </a:r>
          </a:p>
        </p:txBody>
      </p:sp>
      <p:sp>
        <p:nvSpPr>
          <p:cNvPr id="3" name="Content Placeholder 2">
            <a:extLst>
              <a:ext uri="{FF2B5EF4-FFF2-40B4-BE49-F238E27FC236}">
                <a16:creationId xmlns:a16="http://schemas.microsoft.com/office/drawing/2014/main" id="{3B820E7E-563E-D502-D154-AFB7AF3EC9EC}"/>
              </a:ext>
            </a:extLst>
          </p:cNvPr>
          <p:cNvSpPr>
            <a:spLocks noGrp="1"/>
          </p:cNvSpPr>
          <p:nvPr>
            <p:ph idx="1"/>
          </p:nvPr>
        </p:nvSpPr>
        <p:spPr>
          <a:xfrm>
            <a:off x="838200" y="764358"/>
            <a:ext cx="10515600" cy="4487579"/>
          </a:xfrm>
        </p:spPr>
        <p:txBody>
          <a:bodyPr>
            <a:normAutofit lnSpcReduction="10000"/>
          </a:bodyPr>
          <a:lstStyle/>
          <a:p>
            <a:r>
              <a:rPr lang="en-US" dirty="0"/>
              <a:t>H1:</a:t>
            </a:r>
            <a:r>
              <a:rPr lang="zh-CN" altLang="en-US" dirty="0"/>
              <a:t> </a:t>
            </a:r>
            <a:r>
              <a:rPr lang="en-US" altLang="zh-CN" dirty="0"/>
              <a:t>The observed global FTF behavior arises from the superposition of multiple pathway contributions with different time delays. Depending on frequency, these pathway contributions may interfere constructively or destructively, giving rise to the measured gain and phase features. </a:t>
            </a:r>
          </a:p>
          <a:p>
            <a:r>
              <a:rPr lang="en-US" dirty="0"/>
              <a:t>H2: The axial and tangential velocity pathways are hypothesized to contribute measurably to the global heat release response, with distinguishable temporal signatures, including different characteristic delays and different effective roles in shaping the global FTF.</a:t>
            </a:r>
          </a:p>
          <a:p>
            <a:r>
              <a:rPr lang="en-US" dirty="0"/>
              <a:t>H3: T</a:t>
            </a:r>
            <a:r>
              <a:rPr lang="en-US" altLang="zh-CN" dirty="0"/>
              <a:t>wo </a:t>
            </a:r>
            <a:r>
              <a:rPr lang="en-US" dirty="0"/>
              <a:t>dominant pathways can be represented, at least at the level of a reduced-order (DTD) model, by its estimated time delay distribution and corresponding FTF contribution. The observed excess gain, local minimum, and phase-kink behavior would then result from the frequency-dependent interference among these pathway-specific contributions.</a:t>
            </a:r>
          </a:p>
        </p:txBody>
      </p:sp>
      <p:sp>
        <p:nvSpPr>
          <p:cNvPr id="4" name="Slide Number Placeholder 3">
            <a:extLst>
              <a:ext uri="{FF2B5EF4-FFF2-40B4-BE49-F238E27FC236}">
                <a16:creationId xmlns:a16="http://schemas.microsoft.com/office/drawing/2014/main" id="{CB5AF148-169D-9641-0353-62BA2B76519E}"/>
              </a:ext>
            </a:extLst>
          </p:cNvPr>
          <p:cNvSpPr>
            <a:spLocks noGrp="1"/>
          </p:cNvSpPr>
          <p:nvPr>
            <p:ph type="sldNum" sz="quarter" idx="12"/>
          </p:nvPr>
        </p:nvSpPr>
        <p:spPr/>
        <p:txBody>
          <a:bodyPr/>
          <a:lstStyle/>
          <a:p>
            <a:fld id="{CF8C5E45-378F-A145-ADB2-B77E6DDC8018}" type="slidenum">
              <a:rPr lang="en-US" smtClean="0"/>
              <a:t>4</a:t>
            </a:fld>
            <a:endParaRPr lang="en-US"/>
          </a:p>
        </p:txBody>
      </p:sp>
    </p:spTree>
    <p:extLst>
      <p:ext uri="{BB962C8B-B14F-4D97-AF65-F5344CB8AC3E}">
        <p14:creationId xmlns:p14="http://schemas.microsoft.com/office/powerpoint/2010/main" val="27095364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1AF36-558C-5AAC-7B34-AEF773291F44}"/>
              </a:ext>
            </a:extLst>
          </p:cNvPr>
          <p:cNvSpPr>
            <a:spLocks noGrp="1"/>
          </p:cNvSpPr>
          <p:nvPr>
            <p:ph type="title"/>
          </p:nvPr>
        </p:nvSpPr>
        <p:spPr/>
        <p:txBody>
          <a:bodyPr/>
          <a:lstStyle/>
          <a:p>
            <a:r>
              <a:rPr lang="en-US" dirty="0"/>
              <a:t>Two </a:t>
            </a:r>
            <a:r>
              <a:rPr lang="en-US" altLang="zh-CN" dirty="0"/>
              <a:t>P</a:t>
            </a:r>
            <a:r>
              <a:rPr lang="en-US" dirty="0"/>
              <a:t>athways Assumption </a:t>
            </a:r>
          </a:p>
        </p:txBody>
      </p:sp>
      <p:sp>
        <p:nvSpPr>
          <p:cNvPr id="3" name="Content Placeholder 2">
            <a:extLst>
              <a:ext uri="{FF2B5EF4-FFF2-40B4-BE49-F238E27FC236}">
                <a16:creationId xmlns:a16="http://schemas.microsoft.com/office/drawing/2014/main" id="{A04C18FF-A7DF-D900-DBC8-F9314B5CE4E2}"/>
              </a:ext>
            </a:extLst>
          </p:cNvPr>
          <p:cNvSpPr>
            <a:spLocks noGrp="1"/>
          </p:cNvSpPr>
          <p:nvPr>
            <p:ph idx="1"/>
          </p:nvPr>
        </p:nvSpPr>
        <p:spPr/>
        <p:txBody>
          <a:bodyPr>
            <a:normAutofit/>
          </a:bodyPr>
          <a:lstStyle/>
          <a:p>
            <a:r>
              <a:rPr lang="en-US" dirty="0"/>
              <a:t>In the paper</a:t>
            </a:r>
            <a:r>
              <a:rPr lang="en-US" baseline="30000" dirty="0"/>
              <a:t>1</a:t>
            </a:r>
            <a:r>
              <a:rPr lang="en-US" dirty="0"/>
              <a:t>,  the axial velocity and swirl effect were assumed two dominant pathways in the swirler premixed flame. </a:t>
            </a:r>
          </a:p>
          <a:p>
            <a:pPr lvl="1"/>
            <a:r>
              <a:rPr lang="en-US" dirty="0"/>
              <a:t>They computed the two pathways with different time delay distributions</a:t>
            </a:r>
          </a:p>
          <a:p>
            <a:r>
              <a:rPr lang="en-US" dirty="0"/>
              <a:t>Based on this, two pathways are assumed</a:t>
            </a:r>
          </a:p>
          <a:p>
            <a:pPr lvl="1"/>
            <a:r>
              <a:rPr lang="en-US" b="1" dirty="0"/>
              <a:t>Pathway A: </a:t>
            </a:r>
            <a:r>
              <a:rPr lang="en-US" dirty="0"/>
              <a:t>axial velocity induced flame response</a:t>
            </a:r>
          </a:p>
          <a:p>
            <a:pPr lvl="1"/>
            <a:r>
              <a:rPr lang="en-US" b="1" dirty="0"/>
              <a:t>Pathway B</a:t>
            </a:r>
            <a:r>
              <a:rPr lang="en-US" dirty="0"/>
              <a:t>: azimuthal velocity / swirl induced flame response</a:t>
            </a:r>
          </a:p>
          <a:p>
            <a:r>
              <a:rPr lang="en-US" dirty="0"/>
              <a:t>Working hypothesis:</a:t>
            </a:r>
          </a:p>
          <a:p>
            <a:pPr lvl="1"/>
            <a:r>
              <a:rPr lang="en-US" dirty="0"/>
              <a:t>The gain local minimum and phase kink arise from the relative phase and delay variation between the two pathways</a:t>
            </a:r>
          </a:p>
          <a:p>
            <a:pPr lvl="1"/>
            <a:r>
              <a:rPr lang="en-US" dirty="0"/>
              <a:t>The kink region may correspond to a transition from constructive to destructive interaction.</a:t>
            </a:r>
          </a:p>
        </p:txBody>
      </p:sp>
      <p:sp>
        <p:nvSpPr>
          <p:cNvPr id="4" name="Slide Number Placeholder 3">
            <a:extLst>
              <a:ext uri="{FF2B5EF4-FFF2-40B4-BE49-F238E27FC236}">
                <a16:creationId xmlns:a16="http://schemas.microsoft.com/office/drawing/2014/main" id="{697E20BD-34D6-4CAD-45BF-FE8B03306E69}"/>
              </a:ext>
            </a:extLst>
          </p:cNvPr>
          <p:cNvSpPr>
            <a:spLocks noGrp="1"/>
          </p:cNvSpPr>
          <p:nvPr>
            <p:ph type="sldNum" sz="quarter" idx="12"/>
          </p:nvPr>
        </p:nvSpPr>
        <p:spPr/>
        <p:txBody>
          <a:bodyPr/>
          <a:lstStyle/>
          <a:p>
            <a:fld id="{CF8C5E45-378F-A145-ADB2-B77E6DDC8018}" type="slidenum">
              <a:rPr lang="en-US" smtClean="0"/>
              <a:t>5</a:t>
            </a:fld>
            <a:endParaRPr lang="en-US"/>
          </a:p>
        </p:txBody>
      </p:sp>
    </p:spTree>
    <p:extLst>
      <p:ext uri="{BB962C8B-B14F-4D97-AF65-F5344CB8AC3E}">
        <p14:creationId xmlns:p14="http://schemas.microsoft.com/office/powerpoint/2010/main" val="36858237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5196B-74E5-C99C-9430-69A6FFAA98BB}"/>
              </a:ext>
            </a:extLst>
          </p:cNvPr>
          <p:cNvSpPr>
            <a:spLocks noGrp="1"/>
          </p:cNvSpPr>
          <p:nvPr>
            <p:ph type="title"/>
          </p:nvPr>
        </p:nvSpPr>
        <p:spPr/>
        <p:txBody>
          <a:bodyPr/>
          <a:lstStyle/>
          <a:p>
            <a:r>
              <a:rPr lang="en-US" dirty="0"/>
              <a:t>Current Progress</a:t>
            </a:r>
          </a:p>
        </p:txBody>
      </p:sp>
      <p:sp>
        <p:nvSpPr>
          <p:cNvPr id="3" name="Content Placeholder 2">
            <a:extLst>
              <a:ext uri="{FF2B5EF4-FFF2-40B4-BE49-F238E27FC236}">
                <a16:creationId xmlns:a16="http://schemas.microsoft.com/office/drawing/2014/main" id="{43F63F17-F841-C9FB-0CBB-E8AAD00B8CE4}"/>
              </a:ext>
            </a:extLst>
          </p:cNvPr>
          <p:cNvSpPr>
            <a:spLocks noGrp="1"/>
          </p:cNvSpPr>
          <p:nvPr>
            <p:ph idx="1"/>
          </p:nvPr>
        </p:nvSpPr>
        <p:spPr/>
        <p:txBody>
          <a:bodyPr/>
          <a:lstStyle/>
          <a:p>
            <a:r>
              <a:rPr lang="en-US" dirty="0"/>
              <a:t>To apply this assumption, several questions are required to answer</a:t>
            </a:r>
          </a:p>
          <a:p>
            <a:pPr marL="914400" lvl="1" indent="-457200">
              <a:buFont typeface="+mj-lt"/>
              <a:buAutoNum type="arabicPeriod"/>
            </a:pPr>
            <a:r>
              <a:rPr lang="en-US" dirty="0"/>
              <a:t>What proxy quantity is applied to represent the pathway B?</a:t>
            </a:r>
          </a:p>
          <a:p>
            <a:pPr marL="914400" lvl="1" indent="-457200">
              <a:buFont typeface="+mj-lt"/>
              <a:buAutoNum type="arabicPeriod"/>
            </a:pPr>
            <a:r>
              <a:rPr lang="en-US" dirty="0"/>
              <a:t>Is the pathway B strong enough at the inlet to perturb the flame response?</a:t>
            </a:r>
          </a:p>
          <a:p>
            <a:pPr marL="914400" lvl="1" indent="-457200">
              <a:buFont typeface="+mj-lt"/>
              <a:buAutoNum type="arabicPeriod"/>
            </a:pPr>
            <a:r>
              <a:rPr lang="en-US" dirty="0"/>
              <a:t>If so, how is the pathway B effect on the flame response compare to the pathway A</a:t>
            </a:r>
          </a:p>
        </p:txBody>
      </p:sp>
      <p:sp>
        <p:nvSpPr>
          <p:cNvPr id="4" name="Slide Number Placeholder 3">
            <a:extLst>
              <a:ext uri="{FF2B5EF4-FFF2-40B4-BE49-F238E27FC236}">
                <a16:creationId xmlns:a16="http://schemas.microsoft.com/office/drawing/2014/main" id="{F78B4AEF-9165-A872-43E5-BC55C0D87226}"/>
              </a:ext>
            </a:extLst>
          </p:cNvPr>
          <p:cNvSpPr>
            <a:spLocks noGrp="1"/>
          </p:cNvSpPr>
          <p:nvPr>
            <p:ph type="sldNum" sz="quarter" idx="12"/>
          </p:nvPr>
        </p:nvSpPr>
        <p:spPr/>
        <p:txBody>
          <a:bodyPr/>
          <a:lstStyle/>
          <a:p>
            <a:fld id="{CF8C5E45-378F-A145-ADB2-B77E6DDC8018}" type="slidenum">
              <a:rPr lang="en-US" smtClean="0"/>
              <a:t>6</a:t>
            </a:fld>
            <a:endParaRPr lang="en-US"/>
          </a:p>
        </p:txBody>
      </p:sp>
    </p:spTree>
    <p:extLst>
      <p:ext uri="{BB962C8B-B14F-4D97-AF65-F5344CB8AC3E}">
        <p14:creationId xmlns:p14="http://schemas.microsoft.com/office/powerpoint/2010/main" val="111334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242BC-0149-3144-29B2-C3DE6908FCF4}"/>
              </a:ext>
            </a:extLst>
          </p:cNvPr>
          <p:cNvSpPr>
            <a:spLocks noGrp="1"/>
          </p:cNvSpPr>
          <p:nvPr>
            <p:ph type="title"/>
          </p:nvPr>
        </p:nvSpPr>
        <p:spPr/>
        <p:txBody>
          <a:bodyPr/>
          <a:lstStyle/>
          <a:p>
            <a:r>
              <a:rPr lang="en-US" dirty="0"/>
              <a:t>Current Data and Proxy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CB780B9-2424-71B8-8720-6B95C48CB920}"/>
                  </a:ext>
                </a:extLst>
              </p:cNvPr>
              <p:cNvSpPr>
                <a:spLocks noGrp="1"/>
              </p:cNvSpPr>
              <p:nvPr>
                <p:ph idx="1"/>
              </p:nvPr>
            </p:nvSpPr>
            <p:spPr>
              <a:xfrm>
                <a:off x="838200" y="764358"/>
                <a:ext cx="10515600" cy="5132349"/>
              </a:xfrm>
            </p:spPr>
            <p:txBody>
              <a:bodyPr/>
              <a:lstStyle/>
              <a:p>
                <a:r>
                  <a:rPr lang="en-US" dirty="0"/>
                  <a:t>To proxy the pathway B, some options </a:t>
                </a:r>
              </a:p>
              <a:p>
                <a:pPr lvl="1"/>
                <a:r>
                  <a:rPr lang="en-US" dirty="0"/>
                  <a:t>Swirl number, </a:t>
                </a:r>
                <a14:m>
                  <m:oMath xmlns:m="http://schemas.openxmlformats.org/officeDocument/2006/math">
                    <m:r>
                      <a:rPr lang="en-US" b="0" i="1" smtClean="0">
                        <a:latin typeface="Cambria Math" panose="02040503050406030204" pitchFamily="18" charset="0"/>
                      </a:rPr>
                      <m:t>𝑆</m:t>
                    </m:r>
                  </m:oMath>
                </a14:m>
                <a:r>
                  <a:rPr lang="en-US" dirty="0"/>
                  <a:t>, a dimensionless parameter characterizing the swirling flow intensity</a:t>
                </a:r>
              </a:p>
              <a:p>
                <a:pPr marL="457200" lvl="1"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𝐽</m:t>
                              </m:r>
                            </m:e>
                            <m:sub>
                              <m:r>
                                <a:rPr lang="en-US" b="0" i="1" smtClean="0">
                                  <a:latin typeface="Cambria Math" panose="02040503050406030204" pitchFamily="18" charset="0"/>
                                  <a:ea typeface="Cambria Math" panose="02040503050406030204" pitchFamily="18" charset="0"/>
                                </a:rPr>
                                <m:t>𝛾</m:t>
                              </m:r>
                            </m:sub>
                          </m:sSub>
                        </m:num>
                        <m:den>
                          <m:r>
                            <a:rPr lang="en-US" b="0" i="1" smtClean="0">
                              <a:latin typeface="Cambria Math" panose="02040503050406030204" pitchFamily="18" charset="0"/>
                            </a:rPr>
                            <m:t>𝑅</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𝐽</m:t>
                              </m:r>
                            </m:e>
                            <m:sub>
                              <m:r>
                                <a:rPr lang="en-US" b="0" i="1" smtClean="0">
                                  <a:latin typeface="Cambria Math" panose="02040503050406030204" pitchFamily="18" charset="0"/>
                                </a:rPr>
                                <m:t>𝑧</m:t>
                              </m:r>
                            </m:sub>
                          </m:sSub>
                        </m:den>
                      </m:f>
                      <m:r>
                        <a:rPr lang="en-US" b="0" i="1" smtClean="0">
                          <a:latin typeface="Cambria Math" panose="02040503050406030204" pitchFamily="18" charset="0"/>
                        </a:rPr>
                        <m:t> </m:t>
                      </m:r>
                    </m:oMath>
                  </m:oMathPara>
                </a14:m>
                <a:endParaRPr lang="en-US" dirty="0"/>
              </a:p>
              <a:p>
                <a:pPr lvl="1"/>
                <a:r>
                  <a:rPr lang="en-US" dirty="0"/>
                  <a:t>Tangential/Azimuthal velocity,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𝛾</m:t>
                        </m:r>
                      </m:sub>
                    </m:sSub>
                  </m:oMath>
                </a14:m>
                <a:endParaRPr lang="en-US" dirty="0"/>
              </a:p>
              <a:p>
                <a:pPr lvl="1"/>
                <a:r>
                  <a:rPr lang="en-US" dirty="0"/>
                  <a:t>Angular momentum flux,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𝐽</m:t>
                        </m:r>
                      </m:e>
                      <m:sub>
                        <m:r>
                          <a:rPr lang="en-US" b="0" i="1" smtClean="0">
                            <a:latin typeface="Cambria Math" panose="02040503050406030204" pitchFamily="18" charset="0"/>
                            <a:ea typeface="Cambria Math" panose="02040503050406030204" pitchFamily="18" charset="0"/>
                          </a:rPr>
                          <m:t>𝛾</m:t>
                        </m:r>
                      </m:sub>
                    </m:sSub>
                  </m:oMath>
                </a14:m>
                <a:r>
                  <a:rPr lang="en-US" dirty="0"/>
                  <a:t> </a:t>
                </a:r>
              </a:p>
              <a:p>
                <a:pPr marL="457200" lvl="1"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𝐽</m:t>
                          </m:r>
                        </m:e>
                        <m:sub>
                          <m:r>
                            <a:rPr lang="en-US" i="1">
                              <a:latin typeface="Cambria Math" panose="02040503050406030204" pitchFamily="18" charset="0"/>
                              <a:ea typeface="Cambria Math" panose="02040503050406030204" pitchFamily="18" charset="0"/>
                            </a:rPr>
                            <m:t>𝛾</m:t>
                          </m:r>
                        </m:sub>
                      </m:sSub>
                      <m:r>
                        <a:rPr lang="en-US" b="0" i="1" smtClean="0">
                          <a:latin typeface="Cambria Math" panose="02040503050406030204" pitchFamily="18" charset="0"/>
                          <a:ea typeface="Cambria Math" panose="02040503050406030204" pitchFamily="18" charset="0"/>
                        </a:rPr>
                        <m:t>=</m:t>
                      </m:r>
                      <m:nary>
                        <m:naryPr>
                          <m:limLoc m:val="undOvr"/>
                          <m:subHide m:val="on"/>
                          <m:supHide m:val="on"/>
                          <m:ctrlPr>
                            <a:rPr lang="en-US" b="0" i="1" smtClean="0">
                              <a:latin typeface="Cambria Math" panose="02040503050406030204" pitchFamily="18" charset="0"/>
                              <a:ea typeface="Cambria Math" panose="02040503050406030204" pitchFamily="18" charset="0"/>
                            </a:rPr>
                          </m:ctrlPr>
                        </m:naryPr>
                        <m:sub/>
                        <m:sup/>
                        <m:e>
                          <m:r>
                            <a:rPr lang="en-US" b="0" i="1" smtClean="0">
                              <a:latin typeface="Cambria Math" panose="02040503050406030204" pitchFamily="18" charset="0"/>
                              <a:ea typeface="Cambria Math" panose="02040503050406030204" pitchFamily="18" charset="0"/>
                            </a:rPr>
                            <m:t>𝜌</m:t>
                          </m:r>
                          <m:sSub>
                            <m:sSubPr>
                              <m:ctrlPr>
                                <a:rPr lang="en-US" altLang="zh-CN" b="0" i="1" smtClean="0">
                                  <a:latin typeface="Cambria Math" panose="02040503050406030204" pitchFamily="18" charset="0"/>
                                  <a:ea typeface="Cambria Math" panose="02040503050406030204" pitchFamily="18" charset="0"/>
                                </a:rPr>
                              </m:ctrlPr>
                            </m:sSubPr>
                            <m:e>
                              <m:r>
                                <m:rPr>
                                  <m:sty m:val="p"/>
                                </m:rPr>
                                <a:rPr lang="en-US" altLang="zh-CN" i="1">
                                  <a:latin typeface="Cambria Math" panose="02040503050406030204" pitchFamily="18" charset="0"/>
                                  <a:ea typeface="Cambria Math" panose="02040503050406030204" pitchFamily="18" charset="0"/>
                                </a:rPr>
                                <m:t>u</m:t>
                              </m:r>
                            </m:e>
                            <m:sub>
                              <m:r>
                                <m:rPr>
                                  <m:sty m:val="p"/>
                                </m:rPr>
                                <a:rPr lang="en-US" altLang="zh-CN" i="1">
                                  <a:latin typeface="Cambria Math" panose="02040503050406030204" pitchFamily="18" charset="0"/>
                                  <a:ea typeface="Cambria Math" panose="02040503050406030204" pitchFamily="18" charset="0"/>
                                </a:rPr>
                                <m:t>z</m:t>
                              </m:r>
                            </m:sub>
                          </m:sSub>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𝑢</m:t>
                              </m:r>
                            </m:e>
                            <m:sub>
                              <m:r>
                                <a:rPr lang="en-US" altLang="zh-CN" b="0" i="1" smtClean="0">
                                  <a:latin typeface="Cambria Math" panose="02040503050406030204" pitchFamily="18" charset="0"/>
                                  <a:ea typeface="Cambria Math" panose="02040503050406030204" pitchFamily="18" charset="0"/>
                                </a:rPr>
                                <m:t>𝛾</m:t>
                              </m:r>
                            </m:sub>
                          </m:sSub>
                        </m:e>
                      </m:nary>
                      <m:r>
                        <a:rPr lang="en-US" b="0" i="1" smtClean="0">
                          <a:latin typeface="Cambria Math" panose="02040503050406030204" pitchFamily="18" charset="0"/>
                          <a:ea typeface="Cambria Math" panose="02040503050406030204" pitchFamily="18" charset="0"/>
                        </a:rPr>
                        <m:t>𝑟𝑑𝐴</m:t>
                      </m:r>
                    </m:oMath>
                  </m:oMathPara>
                </a14:m>
                <a:endParaRPr lang="en-US" dirty="0"/>
              </a:p>
              <a:p>
                <a:r>
                  <a:rPr lang="en-US" dirty="0"/>
                  <a:t>I selected angular momentum flux as the swirl proxy</a:t>
                </a:r>
              </a:p>
              <a:p>
                <a:pPr lvl="1"/>
                <a:r>
                  <a:rPr lang="en-US" dirty="0"/>
                  <a:t>Compared to tangential/azimuthal velocity, time series angular momentum flux is accessible in my dataset </a:t>
                </a:r>
              </a:p>
              <a:p>
                <a:pPr lvl="1"/>
                <a:r>
                  <a:rPr lang="en-US" dirty="0"/>
                  <a:t>Compared to the swirl number, angular momentum flux is less explicitly to mix with the effect of axial pathway</a:t>
                </a:r>
              </a:p>
            </p:txBody>
          </p:sp>
        </mc:Choice>
        <mc:Fallback>
          <p:sp>
            <p:nvSpPr>
              <p:cNvPr id="3" name="Content Placeholder 2">
                <a:extLst>
                  <a:ext uri="{FF2B5EF4-FFF2-40B4-BE49-F238E27FC236}">
                    <a16:creationId xmlns:a16="http://schemas.microsoft.com/office/drawing/2014/main" id="{BCB780B9-2424-71B8-8720-6B95C48CB920}"/>
                  </a:ext>
                </a:extLst>
              </p:cNvPr>
              <p:cNvSpPr>
                <a:spLocks noGrp="1" noRot="1" noChangeAspect="1" noMove="1" noResize="1" noEditPoints="1" noAdjustHandles="1" noChangeArrowheads="1" noChangeShapeType="1" noTextEdit="1"/>
              </p:cNvSpPr>
              <p:nvPr>
                <p:ph idx="1"/>
              </p:nvPr>
            </p:nvSpPr>
            <p:spPr>
              <a:xfrm>
                <a:off x="838200" y="764358"/>
                <a:ext cx="10515600" cy="5132349"/>
              </a:xfrm>
              <a:blipFill>
                <a:blip r:embed="rId2"/>
                <a:stretch>
                  <a:fillRect l="-812" t="-1663" r="-638" b="-118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6E4EF1A2-EE69-02D4-DD7A-4D667CD9CB46}"/>
              </a:ext>
            </a:extLst>
          </p:cNvPr>
          <p:cNvSpPr>
            <a:spLocks noGrp="1"/>
          </p:cNvSpPr>
          <p:nvPr>
            <p:ph type="sldNum" sz="quarter" idx="12"/>
          </p:nvPr>
        </p:nvSpPr>
        <p:spPr/>
        <p:txBody>
          <a:bodyPr/>
          <a:lstStyle/>
          <a:p>
            <a:fld id="{CF8C5E45-378F-A145-ADB2-B77E6DDC8018}" type="slidenum">
              <a:rPr lang="en-US" smtClean="0"/>
              <a:t>7</a:t>
            </a:fld>
            <a:endParaRPr lang="en-US"/>
          </a:p>
        </p:txBody>
      </p:sp>
    </p:spTree>
    <p:extLst>
      <p:ext uri="{BB962C8B-B14F-4D97-AF65-F5344CB8AC3E}">
        <p14:creationId xmlns:p14="http://schemas.microsoft.com/office/powerpoint/2010/main" val="22745712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B4F6C-8DC0-F608-C483-37C7906E5381}"/>
              </a:ext>
            </a:extLst>
          </p:cNvPr>
          <p:cNvSpPr>
            <a:spLocks noGrp="1"/>
          </p:cNvSpPr>
          <p:nvPr>
            <p:ph type="title"/>
          </p:nvPr>
        </p:nvSpPr>
        <p:spPr/>
        <p:txBody>
          <a:bodyPr/>
          <a:lstStyle/>
          <a:p>
            <a:r>
              <a:rPr lang="en-US" dirty="0"/>
              <a:t>The Consistency of Axial-induced Pathway</a:t>
            </a:r>
          </a:p>
        </p:txBody>
      </p:sp>
      <p:sp>
        <p:nvSpPr>
          <p:cNvPr id="4" name="Slide Number Placeholder 3">
            <a:extLst>
              <a:ext uri="{FF2B5EF4-FFF2-40B4-BE49-F238E27FC236}">
                <a16:creationId xmlns:a16="http://schemas.microsoft.com/office/drawing/2014/main" id="{C9AEA708-89FC-7CAB-3FDE-5C882682B1AF}"/>
              </a:ext>
            </a:extLst>
          </p:cNvPr>
          <p:cNvSpPr>
            <a:spLocks noGrp="1"/>
          </p:cNvSpPr>
          <p:nvPr>
            <p:ph type="sldNum" sz="quarter" idx="12"/>
          </p:nvPr>
        </p:nvSpPr>
        <p:spPr/>
        <p:txBody>
          <a:bodyPr/>
          <a:lstStyle/>
          <a:p>
            <a:fld id="{CF8C5E45-378F-A145-ADB2-B77E6DDC8018}" type="slidenum">
              <a:rPr lang="en-US" smtClean="0"/>
              <a:t>8</a:t>
            </a:fld>
            <a:endParaRPr lang="en-US"/>
          </a:p>
        </p:txBody>
      </p:sp>
      <p:sp>
        <p:nvSpPr>
          <p:cNvPr id="6" name="TextBox 5">
            <a:extLst>
              <a:ext uri="{FF2B5EF4-FFF2-40B4-BE49-F238E27FC236}">
                <a16:creationId xmlns:a16="http://schemas.microsoft.com/office/drawing/2014/main" id="{4756D4AA-EE5E-DE4E-2018-AC2644551377}"/>
              </a:ext>
            </a:extLst>
          </p:cNvPr>
          <p:cNvSpPr txBox="1"/>
          <p:nvPr/>
        </p:nvSpPr>
        <p:spPr>
          <a:xfrm>
            <a:off x="1477108" y="986530"/>
            <a:ext cx="251992" cy="400110"/>
          </a:xfrm>
          <a:prstGeom prst="rect">
            <a:avLst/>
          </a:prstGeom>
          <a:noFill/>
        </p:spPr>
        <p:txBody>
          <a:bodyPr wrap="none" rtlCol="0">
            <a:spAutoFit/>
          </a:bodyPr>
          <a:lstStyle/>
          <a:p>
            <a:r>
              <a:rPr lang="en-US" sz="2000" dirty="0">
                <a:latin typeface="Helvetica Neue Light" panose="02000403000000020004" pitchFamily="2" charset="0"/>
                <a:ea typeface="Helvetica Neue Light" panose="02000403000000020004" pitchFamily="2" charset="0"/>
              </a:rPr>
              <a:t> </a:t>
            </a:r>
          </a:p>
        </p:txBody>
      </p:sp>
      <p:pic>
        <p:nvPicPr>
          <p:cNvPr id="8" name="Picture 7" descr="A graph of a number of different phases&#10;&#10;AI-generated content may be incorrect.">
            <a:extLst>
              <a:ext uri="{FF2B5EF4-FFF2-40B4-BE49-F238E27FC236}">
                <a16:creationId xmlns:a16="http://schemas.microsoft.com/office/drawing/2014/main" id="{233FCDE4-BCE0-3C8E-D2EE-1ADBB49A8C74}"/>
              </a:ext>
            </a:extLst>
          </p:cNvPr>
          <p:cNvPicPr>
            <a:picLocks noChangeAspect="1"/>
          </p:cNvPicPr>
          <p:nvPr/>
        </p:nvPicPr>
        <p:blipFill>
          <a:blip r:embed="rId3"/>
          <a:stretch>
            <a:fillRect/>
          </a:stretch>
        </p:blipFill>
        <p:spPr>
          <a:xfrm>
            <a:off x="7929902" y="3511465"/>
            <a:ext cx="3793175" cy="2844881"/>
          </a:xfrm>
          <a:prstGeom prst="rect">
            <a:avLst/>
          </a:prstGeom>
        </p:spPr>
      </p:pic>
      <p:pic>
        <p:nvPicPr>
          <p:cNvPr id="10" name="Picture 9" descr="A graph with blue lines&#10;&#10;AI-generated content may be incorrect.">
            <a:extLst>
              <a:ext uri="{FF2B5EF4-FFF2-40B4-BE49-F238E27FC236}">
                <a16:creationId xmlns:a16="http://schemas.microsoft.com/office/drawing/2014/main" id="{CAA8CCD1-0F93-0389-5CD0-49A83108A0CD}"/>
              </a:ext>
            </a:extLst>
          </p:cNvPr>
          <p:cNvPicPr>
            <a:picLocks noChangeAspect="1"/>
          </p:cNvPicPr>
          <p:nvPr/>
        </p:nvPicPr>
        <p:blipFill>
          <a:blip r:embed="rId4"/>
          <a:stretch>
            <a:fillRect/>
          </a:stretch>
        </p:blipFill>
        <p:spPr>
          <a:xfrm>
            <a:off x="555327" y="3511469"/>
            <a:ext cx="3793175" cy="2844881"/>
          </a:xfrm>
          <a:prstGeom prst="rect">
            <a:avLst/>
          </a:prstGeom>
        </p:spPr>
      </p:pic>
      <p:pic>
        <p:nvPicPr>
          <p:cNvPr id="13" name="Picture 12" descr="A graph of a number of waves&#10;&#10;AI-generated content may be incorrect.">
            <a:extLst>
              <a:ext uri="{FF2B5EF4-FFF2-40B4-BE49-F238E27FC236}">
                <a16:creationId xmlns:a16="http://schemas.microsoft.com/office/drawing/2014/main" id="{FF12C173-362B-4607-A100-9D0087429779}"/>
              </a:ext>
            </a:extLst>
          </p:cNvPr>
          <p:cNvPicPr>
            <a:picLocks noChangeAspect="1"/>
          </p:cNvPicPr>
          <p:nvPr/>
        </p:nvPicPr>
        <p:blipFill>
          <a:blip r:embed="rId5"/>
          <a:stretch>
            <a:fillRect/>
          </a:stretch>
        </p:blipFill>
        <p:spPr>
          <a:xfrm>
            <a:off x="4348502" y="3511466"/>
            <a:ext cx="3793177" cy="2844883"/>
          </a:xfrm>
          <a:prstGeom prst="rect">
            <a:avLst/>
          </a:prstGeom>
        </p:spPr>
      </p:pic>
      <mc:AlternateContent xmlns:mc="http://schemas.openxmlformats.org/markup-compatibility/2006">
        <mc:Choice xmlns:a14="http://schemas.microsoft.com/office/drawing/2010/main" Requires="a14">
          <p:sp>
            <p:nvSpPr>
              <p:cNvPr id="14" name="Content Placeholder 2">
                <a:extLst>
                  <a:ext uri="{FF2B5EF4-FFF2-40B4-BE49-F238E27FC236}">
                    <a16:creationId xmlns:a16="http://schemas.microsoft.com/office/drawing/2014/main" id="{7644CA96-6FC8-1D95-0F9C-F227C32AF71C}"/>
                  </a:ext>
                </a:extLst>
              </p:cNvPr>
              <p:cNvSpPr>
                <a:spLocks noGrp="1"/>
              </p:cNvSpPr>
              <p:nvPr>
                <p:ph idx="1"/>
              </p:nvPr>
            </p:nvSpPr>
            <p:spPr>
              <a:xfrm>
                <a:off x="838200" y="681037"/>
                <a:ext cx="10515600" cy="2747963"/>
              </a:xfrm>
            </p:spPr>
            <p:txBody>
              <a:bodyPr>
                <a:normAutofit/>
              </a:bodyPr>
              <a:lstStyle/>
              <a:p>
                <a:pPr marL="0" indent="0" algn="ctr">
                  <a:buNone/>
                </a:pPr>
                <a14:m>
                  <m:oMath xmlns:m="http://schemas.openxmlformats.org/officeDocument/2006/math">
                    <m:acc>
                      <m:accPr>
                        <m:chr m:val="̂"/>
                        <m:ctrlPr>
                          <a:rPr lang="en-US" sz="2400" i="1" smtClean="0">
                            <a:latin typeface="Cambria Math" panose="02040503050406030204" pitchFamily="18" charset="0"/>
                          </a:rPr>
                        </m:ctrlPr>
                      </m:acc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𝐽</m:t>
                            </m:r>
                          </m:e>
                          <m:sub>
                            <m:r>
                              <a:rPr lang="en-US" sz="2400" b="0" i="1" smtClean="0">
                                <a:latin typeface="Cambria Math" panose="02040503050406030204" pitchFamily="18" charset="0"/>
                              </a:rPr>
                              <m:t>𝑧</m:t>
                            </m:r>
                          </m:sub>
                        </m:sSub>
                        <m:r>
                          <a:rPr lang="en-US" sz="2400" b="0" i="1" smtClean="0">
                            <a:latin typeface="Cambria Math" panose="02040503050406030204" pitchFamily="18" charset="0"/>
                          </a:rPr>
                          <m:t>(</m:t>
                        </m:r>
                        <m:r>
                          <a:rPr lang="en-US" sz="2400" b="0" i="1" smtClean="0">
                            <a:latin typeface="Cambria Math" panose="02040503050406030204" pitchFamily="18" charset="0"/>
                          </a:rPr>
                          <m:t>𝑓</m:t>
                        </m:r>
                        <m:r>
                          <a:rPr lang="en-US" sz="2400" b="0" i="1" smtClean="0">
                            <a:latin typeface="Cambria Math" panose="02040503050406030204" pitchFamily="18" charset="0"/>
                          </a:rPr>
                          <m:t>)</m:t>
                        </m:r>
                      </m:e>
                    </m:acc>
                  </m:oMath>
                </a14:m>
                <a:r>
                  <a:rPr lang="en-US" sz="2400" dirty="0">
                    <a:latin typeface="Helvetica Neue Light" panose="02000403000000020004" pitchFamily="2" charset="0"/>
                    <a:ea typeface="Helvetica Neue Light" panose="02000403000000020004" pitchFamily="2" charset="0"/>
                  </a:rPr>
                  <a:t> vs </a:t>
                </a:r>
                <a14:m>
                  <m:oMath xmlns:m="http://schemas.openxmlformats.org/officeDocument/2006/math">
                    <m:acc>
                      <m:accPr>
                        <m:chr m:val="̂"/>
                        <m:ctrlPr>
                          <a:rPr lang="en-US" sz="2400" i="1">
                            <a:latin typeface="Cambria Math" panose="02040503050406030204" pitchFamily="18" charset="0"/>
                          </a:rPr>
                        </m:ctrlPr>
                      </m:accPr>
                      <m:e>
                        <m:sSub>
                          <m:sSubPr>
                            <m:ctrlPr>
                              <a:rPr lang="en-US" sz="2400" i="1">
                                <a:latin typeface="Cambria Math" panose="02040503050406030204" pitchFamily="18" charset="0"/>
                              </a:rPr>
                            </m:ctrlPr>
                          </m:sSubPr>
                          <m:e>
                            <m:r>
                              <a:rPr lang="en-US" sz="2400" b="0" i="1" smtClean="0">
                                <a:latin typeface="Cambria Math" panose="02040503050406030204" pitchFamily="18" charset="0"/>
                              </a:rPr>
                              <m:t>𝑢</m:t>
                            </m:r>
                          </m:e>
                          <m:sub>
                            <m:r>
                              <a:rPr lang="en-US" sz="2400" i="1">
                                <a:latin typeface="Cambria Math" panose="02040503050406030204" pitchFamily="18" charset="0"/>
                              </a:rPr>
                              <m:t>𝑧</m:t>
                            </m:r>
                          </m:sub>
                        </m:sSub>
                        <m:r>
                          <a:rPr lang="en-US" sz="2400" b="0" i="1" smtClean="0">
                            <a:latin typeface="Cambria Math" panose="02040503050406030204" pitchFamily="18" charset="0"/>
                          </a:rPr>
                          <m:t>(</m:t>
                        </m:r>
                        <m:r>
                          <a:rPr lang="en-US" sz="2400" b="0" i="1" smtClean="0">
                            <a:latin typeface="Cambria Math" panose="02040503050406030204" pitchFamily="18" charset="0"/>
                          </a:rPr>
                          <m:t>𝑓</m:t>
                        </m:r>
                        <m:r>
                          <a:rPr lang="en-US" sz="2400" b="0" i="1" smtClean="0">
                            <a:latin typeface="Cambria Math" panose="02040503050406030204" pitchFamily="18" charset="0"/>
                          </a:rPr>
                          <m:t>)</m:t>
                        </m:r>
                      </m:e>
                    </m:acc>
                  </m:oMath>
                </a14:m>
                <a:endParaRPr lang="en-US" sz="2400" dirty="0">
                  <a:latin typeface="Helvetica Neue Light" panose="02000403000000020004" pitchFamily="2" charset="0"/>
                  <a:ea typeface="Helvetica Neue Light" panose="02000403000000020004" pitchFamily="2" charset="0"/>
                </a:endParaRPr>
              </a:p>
              <a:p>
                <a:pPr marL="0" indent="0" algn="ctr">
                  <a:buNone/>
                </a:pPr>
                <a:endParaRPr lang="en-US" sz="2400" dirty="0">
                  <a:latin typeface="Helvetica Neue Light" panose="02000403000000020004" pitchFamily="2" charset="0"/>
                  <a:ea typeface="Helvetica Neue Light" panose="02000403000000020004" pitchFamily="2" charset="0"/>
                </a:endParaRPr>
              </a:p>
              <a:p>
                <a:pPr marL="0" indent="0">
                  <a:buNone/>
                </a:pPr>
                <a:r>
                  <a:rPr lang="en-US" dirty="0"/>
                  <a:t>Left: Magnitude ratio between |</a:t>
                </a:r>
                <a14:m>
                  <m:oMath xmlns:m="http://schemas.openxmlformats.org/officeDocument/2006/math">
                    <m:f>
                      <m:fPr>
                        <m:ctrlPr>
                          <a:rPr lang="en-US" i="1">
                            <a:latin typeface="Cambria Math" panose="02040503050406030204" pitchFamily="18" charset="0"/>
                          </a:rPr>
                        </m:ctrlPr>
                      </m:fPr>
                      <m:num>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𝐽</m:t>
                                </m:r>
                              </m:e>
                              <m:sub>
                                <m:r>
                                  <a:rPr lang="en-US" i="1">
                                    <a:latin typeface="Cambria Math" panose="02040503050406030204" pitchFamily="18" charset="0"/>
                                  </a:rPr>
                                  <m:t>𝑧</m:t>
                                </m:r>
                              </m:sub>
                            </m:sSub>
                            <m:r>
                              <a:rPr lang="en-US" i="1">
                                <a:latin typeface="Cambria Math" panose="02040503050406030204" pitchFamily="18" charset="0"/>
                              </a:rPr>
                              <m:t>(</m:t>
                            </m:r>
                            <m:r>
                              <a:rPr lang="en-US" i="1">
                                <a:latin typeface="Cambria Math" panose="02040503050406030204" pitchFamily="18" charset="0"/>
                              </a:rPr>
                              <m:t>𝑓</m:t>
                            </m:r>
                            <m:r>
                              <a:rPr lang="en-US" i="1">
                                <a:latin typeface="Cambria Math" panose="02040503050406030204" pitchFamily="18" charset="0"/>
                              </a:rPr>
                              <m:t>)</m:t>
                            </m:r>
                          </m:e>
                        </m:acc>
                        <m:r>
                          <m:rPr>
                            <m:nor/>
                          </m:rPr>
                          <a:rPr lang="en-US" dirty="0"/>
                          <m:t> </m:t>
                        </m:r>
                      </m:num>
                      <m:den>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𝑧</m:t>
                                </m:r>
                              </m:sub>
                            </m:sSub>
                            <m:r>
                              <a:rPr lang="en-US" i="1">
                                <a:latin typeface="Cambria Math" panose="02040503050406030204" pitchFamily="18" charset="0"/>
                              </a:rPr>
                              <m:t>(</m:t>
                            </m:r>
                            <m:r>
                              <a:rPr lang="en-US" i="1">
                                <a:latin typeface="Cambria Math" panose="02040503050406030204" pitchFamily="18" charset="0"/>
                              </a:rPr>
                              <m:t>𝑓</m:t>
                            </m:r>
                            <m:r>
                              <a:rPr lang="en-US" i="1">
                                <a:latin typeface="Cambria Math" panose="02040503050406030204" pitchFamily="18" charset="0"/>
                              </a:rPr>
                              <m:t>)</m:t>
                            </m:r>
                          </m:e>
                        </m:acc>
                      </m:den>
                    </m:f>
                    <m:r>
                      <a:rPr lang="en-US" i="1">
                        <a:latin typeface="Cambria Math" panose="02040503050406030204" pitchFamily="18" charset="0"/>
                      </a:rPr>
                      <m:t>|</m:t>
                    </m:r>
                  </m:oMath>
                </a14:m>
                <a:endParaRPr lang="en-US" sz="2400" dirty="0">
                  <a:latin typeface="Helvetica Neue Light" panose="02000403000000020004" pitchFamily="2" charset="0"/>
                  <a:ea typeface="Helvetica Neue Light" panose="02000403000000020004" pitchFamily="2" charset="0"/>
                </a:endParaRPr>
              </a:p>
              <a:p>
                <a:pPr marL="0" indent="0">
                  <a:buNone/>
                </a:pPr>
                <a:r>
                  <a:rPr lang="en-US" dirty="0"/>
                  <a:t>Center: Normalized magnitude of </a:t>
                </a:r>
                <a14:m>
                  <m:oMath xmlns:m="http://schemas.openxmlformats.org/officeDocument/2006/math">
                    <m:r>
                      <a:rPr lang="en-US" sz="2400" b="0" i="0" smtClean="0">
                        <a:latin typeface="Cambria Math" panose="02040503050406030204" pitchFamily="18" charset="0"/>
                      </a:rPr>
                      <m:t>|</m:t>
                    </m:r>
                    <m:acc>
                      <m:accPr>
                        <m:chr m:val="̂"/>
                        <m:ctrlPr>
                          <a:rPr lang="en-US" sz="2400" i="1" smtClean="0">
                            <a:latin typeface="Cambria Math" panose="02040503050406030204" pitchFamily="18" charset="0"/>
                          </a:rPr>
                        </m:ctrlPr>
                      </m:acc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𝐽</m:t>
                            </m:r>
                          </m:e>
                          <m:sub>
                            <m:r>
                              <a:rPr lang="en-US" sz="2400" b="0" i="1" smtClean="0">
                                <a:latin typeface="Cambria Math" panose="02040503050406030204" pitchFamily="18" charset="0"/>
                              </a:rPr>
                              <m:t>𝑧</m:t>
                            </m:r>
                          </m:sub>
                        </m:sSub>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𝑓</m:t>
                            </m:r>
                          </m:e>
                        </m:d>
                      </m:e>
                    </m:acc>
                    <m:r>
                      <a:rPr lang="en-US" sz="2400" b="0" i="1" smtClean="0">
                        <a:latin typeface="Cambria Math" panose="02040503050406030204" pitchFamily="18" charset="0"/>
                      </a:rPr>
                      <m:t>|</m:t>
                    </m:r>
                  </m:oMath>
                </a14:m>
                <a:r>
                  <a:rPr lang="en-US" sz="2400" dirty="0">
                    <a:latin typeface="Helvetica Neue Light" panose="02000403000000020004" pitchFamily="2" charset="0"/>
                    <a:ea typeface="Helvetica Neue Light" panose="02000403000000020004" pitchFamily="2" charset="0"/>
                  </a:rPr>
                  <a:t>  and normalized magnitude </a:t>
                </a:r>
                <a14:m>
                  <m:oMath xmlns:m="http://schemas.openxmlformats.org/officeDocument/2006/math">
                    <m:r>
                      <a:rPr lang="en-US" b="0" i="0" smtClean="0">
                        <a:latin typeface="Cambria Math" panose="02040503050406030204" pitchFamily="18" charset="0"/>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b="0" i="1" smtClean="0">
                                <a:latin typeface="Cambria Math" panose="02040503050406030204" pitchFamily="18" charset="0"/>
                              </a:rPr>
                              <m:t>𝑢</m:t>
                            </m:r>
                          </m:e>
                          <m:sub>
                            <m:r>
                              <a:rPr lang="en-US" i="1">
                                <a:latin typeface="Cambria Math" panose="02040503050406030204" pitchFamily="18" charset="0"/>
                              </a:rPr>
                              <m:t>𝑧</m:t>
                            </m:r>
                          </m:sub>
                        </m:sSub>
                        <m:d>
                          <m:dPr>
                            <m:ctrlPr>
                              <a:rPr lang="en-US" i="1">
                                <a:latin typeface="Cambria Math" panose="02040503050406030204" pitchFamily="18" charset="0"/>
                              </a:rPr>
                            </m:ctrlPr>
                          </m:dPr>
                          <m:e>
                            <m:r>
                              <a:rPr lang="en-US" i="1">
                                <a:latin typeface="Cambria Math" panose="02040503050406030204" pitchFamily="18" charset="0"/>
                              </a:rPr>
                              <m:t>𝑓</m:t>
                            </m:r>
                          </m:e>
                        </m:d>
                      </m:e>
                    </m:acc>
                    <m:r>
                      <a:rPr lang="en-US" b="0" i="1" smtClean="0">
                        <a:latin typeface="Cambria Math" panose="02040503050406030204" pitchFamily="18" charset="0"/>
                      </a:rPr>
                      <m:t>|</m:t>
                    </m:r>
                  </m:oMath>
                </a14:m>
                <a:endParaRPr lang="en-US" sz="2400" dirty="0">
                  <a:latin typeface="Helvetica Neue Light" panose="02000403000000020004" pitchFamily="2" charset="0"/>
                  <a:ea typeface="Helvetica Neue Light" panose="02000403000000020004" pitchFamily="2" charset="0"/>
                </a:endParaRPr>
              </a:p>
              <a:p>
                <a:pPr marL="0" indent="0">
                  <a:buNone/>
                </a:pPr>
                <a:r>
                  <a:rPr lang="en-US" dirty="0"/>
                  <a:t>Right: Phase of </a:t>
                </a:r>
                <a14:m>
                  <m:oMath xmlns:m="http://schemas.openxmlformats.org/officeDocument/2006/math">
                    <m:acc>
                      <m:accPr>
                        <m:chr m:val="̂"/>
                        <m:ctrlPr>
                          <a:rPr lang="en-US" sz="2400" i="1" smtClean="0">
                            <a:latin typeface="Cambria Math" panose="02040503050406030204" pitchFamily="18" charset="0"/>
                          </a:rPr>
                        </m:ctrlPr>
                      </m:acc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𝐽</m:t>
                            </m:r>
                          </m:e>
                          <m:sub>
                            <m:r>
                              <a:rPr lang="en-US" sz="2400" b="0" i="1" smtClean="0">
                                <a:latin typeface="Cambria Math" panose="02040503050406030204" pitchFamily="18" charset="0"/>
                              </a:rPr>
                              <m:t>𝑧</m:t>
                            </m:r>
                          </m:sub>
                        </m:sSub>
                        <m:r>
                          <a:rPr lang="en-US" sz="2400" b="0" i="1" smtClean="0">
                            <a:latin typeface="Cambria Math" panose="02040503050406030204" pitchFamily="18" charset="0"/>
                          </a:rPr>
                          <m:t>(</m:t>
                        </m:r>
                        <m:r>
                          <a:rPr lang="en-US" sz="2400" b="0" i="1" smtClean="0">
                            <a:latin typeface="Cambria Math" panose="02040503050406030204" pitchFamily="18" charset="0"/>
                          </a:rPr>
                          <m:t>𝑓</m:t>
                        </m:r>
                        <m:r>
                          <a:rPr lang="en-US" sz="2400" b="0" i="1" smtClean="0">
                            <a:latin typeface="Cambria Math" panose="02040503050406030204" pitchFamily="18" charset="0"/>
                          </a:rPr>
                          <m:t>)</m:t>
                        </m:r>
                      </m:e>
                    </m:acc>
                  </m:oMath>
                </a14:m>
                <a:r>
                  <a:rPr lang="en-US" dirty="0"/>
                  <a:t>, phase of </a:t>
                </a:r>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𝐽</m:t>
                            </m:r>
                          </m:e>
                          <m:sub>
                            <m:r>
                              <a:rPr lang="en-US" i="1">
                                <a:latin typeface="Cambria Math" panose="02040503050406030204" pitchFamily="18" charset="0"/>
                              </a:rPr>
                              <m:t>𝑧</m:t>
                            </m:r>
                          </m:sub>
                        </m:sSub>
                        <m:r>
                          <a:rPr lang="en-US" i="1">
                            <a:latin typeface="Cambria Math" panose="02040503050406030204" pitchFamily="18" charset="0"/>
                          </a:rPr>
                          <m:t>(</m:t>
                        </m:r>
                        <m:r>
                          <a:rPr lang="en-US" i="1">
                            <a:latin typeface="Cambria Math" panose="02040503050406030204" pitchFamily="18" charset="0"/>
                          </a:rPr>
                          <m:t>𝑓</m:t>
                        </m:r>
                        <m:r>
                          <a:rPr lang="en-US" i="1">
                            <a:latin typeface="Cambria Math" panose="02040503050406030204" pitchFamily="18" charset="0"/>
                          </a:rPr>
                          <m:t>)</m:t>
                        </m:r>
                      </m:e>
                    </m:acc>
                  </m:oMath>
                </a14:m>
                <a:r>
                  <a:rPr lang="en-US" dirty="0"/>
                  <a:t> and phase difference between them</a:t>
                </a:r>
              </a:p>
            </p:txBody>
          </p:sp>
        </mc:Choice>
        <mc:Fallback>
          <p:sp>
            <p:nvSpPr>
              <p:cNvPr id="14" name="Content Placeholder 2">
                <a:extLst>
                  <a:ext uri="{FF2B5EF4-FFF2-40B4-BE49-F238E27FC236}">
                    <a16:creationId xmlns:a16="http://schemas.microsoft.com/office/drawing/2014/main" id="{7644CA96-6FC8-1D95-0F9C-F227C32AF71C}"/>
                  </a:ext>
                </a:extLst>
              </p:cNvPr>
              <p:cNvSpPr>
                <a:spLocks noGrp="1" noRot="1" noChangeAspect="1" noMove="1" noResize="1" noEditPoints="1" noAdjustHandles="1" noChangeArrowheads="1" noChangeShapeType="1" noTextEdit="1"/>
              </p:cNvSpPr>
              <p:nvPr>
                <p:ph idx="1"/>
              </p:nvPr>
            </p:nvSpPr>
            <p:spPr>
              <a:xfrm>
                <a:off x="838200" y="681037"/>
                <a:ext cx="10515600" cy="2747963"/>
              </a:xfrm>
              <a:blipFill>
                <a:blip r:embed="rId6"/>
                <a:stretch>
                  <a:fillRect l="-928" t="-2439"/>
                </a:stretch>
              </a:blipFill>
            </p:spPr>
            <p:txBody>
              <a:bodyPr/>
              <a:lstStyle/>
              <a:p>
                <a:r>
                  <a:rPr lang="en-US">
                    <a:noFill/>
                  </a:rPr>
                  <a:t> </a:t>
                </a:r>
              </a:p>
            </p:txBody>
          </p:sp>
        </mc:Fallback>
      </mc:AlternateContent>
    </p:spTree>
    <p:extLst>
      <p:ext uri="{BB962C8B-B14F-4D97-AF65-F5344CB8AC3E}">
        <p14:creationId xmlns:p14="http://schemas.microsoft.com/office/powerpoint/2010/main" val="33608670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B4F6C-8DC0-F608-C483-37C7906E5381}"/>
              </a:ext>
            </a:extLst>
          </p:cNvPr>
          <p:cNvSpPr>
            <a:spLocks noGrp="1"/>
          </p:cNvSpPr>
          <p:nvPr>
            <p:ph type="title"/>
          </p:nvPr>
        </p:nvSpPr>
        <p:spPr/>
        <p:txBody>
          <a:bodyPr/>
          <a:lstStyle/>
          <a:p>
            <a:r>
              <a:rPr lang="en-US" dirty="0"/>
              <a:t>The Consistency of Axial-induced Pathway</a:t>
            </a:r>
          </a:p>
        </p:txBody>
      </p:sp>
      <p:sp>
        <p:nvSpPr>
          <p:cNvPr id="4" name="Slide Number Placeholder 3">
            <a:extLst>
              <a:ext uri="{FF2B5EF4-FFF2-40B4-BE49-F238E27FC236}">
                <a16:creationId xmlns:a16="http://schemas.microsoft.com/office/drawing/2014/main" id="{C9AEA708-89FC-7CAB-3FDE-5C882682B1AF}"/>
              </a:ext>
            </a:extLst>
          </p:cNvPr>
          <p:cNvSpPr>
            <a:spLocks noGrp="1"/>
          </p:cNvSpPr>
          <p:nvPr>
            <p:ph type="sldNum" sz="quarter" idx="12"/>
          </p:nvPr>
        </p:nvSpPr>
        <p:spPr/>
        <p:txBody>
          <a:bodyPr/>
          <a:lstStyle/>
          <a:p>
            <a:fld id="{CF8C5E45-378F-A145-ADB2-B77E6DDC8018}" type="slidenum">
              <a:rPr lang="en-US" smtClean="0"/>
              <a:t>9</a:t>
            </a:fld>
            <a:endParaRPr lang="en-US"/>
          </a:p>
        </p:txBody>
      </p:sp>
      <p:sp>
        <p:nvSpPr>
          <p:cNvPr id="6" name="TextBox 5">
            <a:extLst>
              <a:ext uri="{FF2B5EF4-FFF2-40B4-BE49-F238E27FC236}">
                <a16:creationId xmlns:a16="http://schemas.microsoft.com/office/drawing/2014/main" id="{4756D4AA-EE5E-DE4E-2018-AC2644551377}"/>
              </a:ext>
            </a:extLst>
          </p:cNvPr>
          <p:cNvSpPr txBox="1"/>
          <p:nvPr/>
        </p:nvSpPr>
        <p:spPr>
          <a:xfrm>
            <a:off x="1477108" y="986530"/>
            <a:ext cx="251992" cy="400110"/>
          </a:xfrm>
          <a:prstGeom prst="rect">
            <a:avLst/>
          </a:prstGeom>
          <a:noFill/>
        </p:spPr>
        <p:txBody>
          <a:bodyPr wrap="none" rtlCol="0">
            <a:spAutoFit/>
          </a:bodyPr>
          <a:lstStyle/>
          <a:p>
            <a:r>
              <a:rPr lang="en-US" sz="2000" dirty="0">
                <a:latin typeface="Helvetica Neue Light" panose="02000403000000020004" pitchFamily="2" charset="0"/>
                <a:ea typeface="Helvetica Neue Light" panose="02000403000000020004" pitchFamily="2" charset="0"/>
              </a:rPr>
              <a:t> </a:t>
            </a:r>
          </a:p>
        </p:txBody>
      </p:sp>
      <p:pic>
        <p:nvPicPr>
          <p:cNvPr id="8" name="Picture 7" descr="A graph of a number of different phases&#10;&#10;AI-generated content may be incorrect.">
            <a:extLst>
              <a:ext uri="{FF2B5EF4-FFF2-40B4-BE49-F238E27FC236}">
                <a16:creationId xmlns:a16="http://schemas.microsoft.com/office/drawing/2014/main" id="{233FCDE4-BCE0-3C8E-D2EE-1ADBB49A8C74}"/>
              </a:ext>
            </a:extLst>
          </p:cNvPr>
          <p:cNvPicPr>
            <a:picLocks noChangeAspect="1"/>
          </p:cNvPicPr>
          <p:nvPr/>
        </p:nvPicPr>
        <p:blipFill>
          <a:blip r:embed="rId3"/>
          <a:stretch>
            <a:fillRect/>
          </a:stretch>
        </p:blipFill>
        <p:spPr>
          <a:xfrm>
            <a:off x="7929902" y="3511465"/>
            <a:ext cx="3793175" cy="2844881"/>
          </a:xfrm>
          <a:prstGeom prst="rect">
            <a:avLst/>
          </a:prstGeom>
        </p:spPr>
      </p:pic>
      <p:pic>
        <p:nvPicPr>
          <p:cNvPr id="13" name="Picture 12" descr="A graph of a number of waves&#10;&#10;AI-generated content may be incorrect.">
            <a:extLst>
              <a:ext uri="{FF2B5EF4-FFF2-40B4-BE49-F238E27FC236}">
                <a16:creationId xmlns:a16="http://schemas.microsoft.com/office/drawing/2014/main" id="{FF12C173-362B-4607-A100-9D0087429779}"/>
              </a:ext>
            </a:extLst>
          </p:cNvPr>
          <p:cNvPicPr>
            <a:picLocks noChangeAspect="1"/>
          </p:cNvPicPr>
          <p:nvPr/>
        </p:nvPicPr>
        <p:blipFill>
          <a:blip r:embed="rId4"/>
          <a:stretch>
            <a:fillRect/>
          </a:stretch>
        </p:blipFill>
        <p:spPr>
          <a:xfrm>
            <a:off x="4348502" y="3511466"/>
            <a:ext cx="3793177" cy="2844883"/>
          </a:xfrm>
          <a:prstGeom prst="rect">
            <a:avLst/>
          </a:prstGeom>
        </p:spPr>
      </p:pic>
      <mc:AlternateContent xmlns:mc="http://schemas.openxmlformats.org/markup-compatibility/2006">
        <mc:Choice xmlns:a14="http://schemas.microsoft.com/office/drawing/2010/main" Requires="a14">
          <p:sp>
            <p:nvSpPr>
              <p:cNvPr id="14" name="Content Placeholder 2">
                <a:extLst>
                  <a:ext uri="{FF2B5EF4-FFF2-40B4-BE49-F238E27FC236}">
                    <a16:creationId xmlns:a16="http://schemas.microsoft.com/office/drawing/2014/main" id="{7644CA96-6FC8-1D95-0F9C-F227C32AF71C}"/>
                  </a:ext>
                </a:extLst>
              </p:cNvPr>
              <p:cNvSpPr>
                <a:spLocks noGrp="1"/>
              </p:cNvSpPr>
              <p:nvPr>
                <p:ph idx="1"/>
              </p:nvPr>
            </p:nvSpPr>
            <p:spPr>
              <a:xfrm>
                <a:off x="838200" y="681037"/>
                <a:ext cx="10515600" cy="2747963"/>
              </a:xfrm>
            </p:spPr>
            <p:txBody>
              <a:bodyPr>
                <a:normAutofit fontScale="92500"/>
              </a:bodyPr>
              <a:lstStyle/>
              <a:p>
                <a:pPr marL="0" indent="0">
                  <a:buNone/>
                </a:pPr>
                <a:r>
                  <a:rPr lang="en-US" dirty="0"/>
                  <a:t>Left: The magnitude ratio shows a smooth ratio of nearly 2 </a:t>
                </a:r>
              </a:p>
              <a:p>
                <a:pPr marL="0" indent="0">
                  <a:buNone/>
                </a:pPr>
                <a:r>
                  <a:rPr lang="en-US" dirty="0"/>
                  <a:t>Center: The normalized magnitudes trend are close</a:t>
                </a:r>
                <a:endParaRPr lang="en-US" sz="2400" dirty="0">
                  <a:latin typeface="Helvetica Neue Light" panose="02000403000000020004" pitchFamily="2" charset="0"/>
                  <a:ea typeface="Helvetica Neue Light" panose="02000403000000020004" pitchFamily="2" charset="0"/>
                </a:endParaRPr>
              </a:p>
              <a:p>
                <a:pPr marL="0" indent="0">
                  <a:buNone/>
                </a:pPr>
                <a:r>
                  <a:rPr lang="en-US" dirty="0"/>
                  <a:t>Right: Phase of </a:t>
                </a:r>
                <a14:m>
                  <m:oMath xmlns:m="http://schemas.openxmlformats.org/officeDocument/2006/math">
                    <m:acc>
                      <m:accPr>
                        <m:chr m:val="̂"/>
                        <m:ctrlPr>
                          <a:rPr lang="en-US" sz="2400" i="1" smtClean="0">
                            <a:latin typeface="Cambria Math" panose="02040503050406030204" pitchFamily="18" charset="0"/>
                          </a:rPr>
                        </m:ctrlPr>
                      </m:acc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𝐽</m:t>
                            </m:r>
                          </m:e>
                          <m:sub>
                            <m:r>
                              <a:rPr lang="en-US" sz="2400" b="0" i="1" smtClean="0">
                                <a:latin typeface="Cambria Math" panose="02040503050406030204" pitchFamily="18" charset="0"/>
                              </a:rPr>
                              <m:t>𝑧</m:t>
                            </m:r>
                          </m:sub>
                        </m:sSub>
                        <m:r>
                          <a:rPr lang="en-US" sz="2400" b="0" i="1" smtClean="0">
                            <a:latin typeface="Cambria Math" panose="02040503050406030204" pitchFamily="18" charset="0"/>
                          </a:rPr>
                          <m:t>(</m:t>
                        </m:r>
                        <m:r>
                          <a:rPr lang="en-US" sz="2400" b="0" i="1" smtClean="0">
                            <a:latin typeface="Cambria Math" panose="02040503050406030204" pitchFamily="18" charset="0"/>
                          </a:rPr>
                          <m:t>𝑓</m:t>
                        </m:r>
                        <m:r>
                          <a:rPr lang="en-US" sz="2400" b="0" i="1" smtClean="0">
                            <a:latin typeface="Cambria Math" panose="02040503050406030204" pitchFamily="18" charset="0"/>
                          </a:rPr>
                          <m:t>)</m:t>
                        </m:r>
                      </m:e>
                    </m:acc>
                  </m:oMath>
                </a14:m>
                <a:r>
                  <a:rPr lang="en-US" dirty="0"/>
                  <a:t>, and phase of </a:t>
                </a:r>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𝐽</m:t>
                            </m:r>
                          </m:e>
                          <m:sub>
                            <m:r>
                              <a:rPr lang="en-US" i="1">
                                <a:latin typeface="Cambria Math" panose="02040503050406030204" pitchFamily="18" charset="0"/>
                              </a:rPr>
                              <m:t>𝑧</m:t>
                            </m:r>
                          </m:sub>
                        </m:sSub>
                        <m:r>
                          <a:rPr lang="en-US" i="1">
                            <a:latin typeface="Cambria Math" panose="02040503050406030204" pitchFamily="18" charset="0"/>
                          </a:rPr>
                          <m:t>(</m:t>
                        </m:r>
                        <m:r>
                          <a:rPr lang="en-US" i="1">
                            <a:latin typeface="Cambria Math" panose="02040503050406030204" pitchFamily="18" charset="0"/>
                          </a:rPr>
                          <m:t>𝑓</m:t>
                        </m:r>
                        <m:r>
                          <a:rPr lang="en-US" i="1">
                            <a:latin typeface="Cambria Math" panose="02040503050406030204" pitchFamily="18" charset="0"/>
                          </a:rPr>
                          <m:t>)</m:t>
                        </m:r>
                      </m:e>
                    </m:acc>
                  </m:oMath>
                </a14:m>
                <a:r>
                  <a:rPr lang="en-US" dirty="0"/>
                  <a:t> are identical, and phase difference between them are nearly 0</a:t>
                </a:r>
              </a:p>
              <a:p>
                <a:pPr marL="0" indent="0">
                  <a:buNone/>
                </a:pPr>
                <a:endParaRPr lang="en-US" dirty="0"/>
              </a:p>
              <a:p>
                <a:pPr marL="0" indent="0">
                  <a:buNone/>
                </a:pPr>
                <a:r>
                  <a:rPr lang="en-US" dirty="0"/>
                  <a:t>Thus, axial velocity and axial momentum are sufficiently consistent to be treated as two proxies of the same axial induced pathway for the current analysis</a:t>
                </a:r>
              </a:p>
            </p:txBody>
          </p:sp>
        </mc:Choice>
        <mc:Fallback>
          <p:sp>
            <p:nvSpPr>
              <p:cNvPr id="14" name="Content Placeholder 2">
                <a:extLst>
                  <a:ext uri="{FF2B5EF4-FFF2-40B4-BE49-F238E27FC236}">
                    <a16:creationId xmlns:a16="http://schemas.microsoft.com/office/drawing/2014/main" id="{7644CA96-6FC8-1D95-0F9C-F227C32AF71C}"/>
                  </a:ext>
                </a:extLst>
              </p:cNvPr>
              <p:cNvSpPr>
                <a:spLocks noGrp="1" noRot="1" noChangeAspect="1" noMove="1" noResize="1" noEditPoints="1" noAdjustHandles="1" noChangeArrowheads="1" noChangeShapeType="1" noTextEdit="1"/>
              </p:cNvSpPr>
              <p:nvPr>
                <p:ph idx="1"/>
              </p:nvPr>
            </p:nvSpPr>
            <p:spPr>
              <a:xfrm>
                <a:off x="838200" y="681037"/>
                <a:ext cx="10515600" cy="2747963"/>
              </a:xfrm>
              <a:blipFill>
                <a:blip r:embed="rId5"/>
                <a:stretch>
                  <a:fillRect l="-754" t="-2882" r="-1391" b="-3548"/>
                </a:stretch>
              </a:blipFill>
            </p:spPr>
            <p:txBody>
              <a:bodyPr/>
              <a:lstStyle/>
              <a:p>
                <a:r>
                  <a:rPr lang="en-US">
                    <a:noFill/>
                  </a:rPr>
                  <a:t> </a:t>
                </a:r>
              </a:p>
            </p:txBody>
          </p:sp>
        </mc:Fallback>
      </mc:AlternateContent>
      <p:pic>
        <p:nvPicPr>
          <p:cNvPr id="5" name="Picture 4" descr="A graph with a line graph&#10;&#10;AI-generated content may be incorrect.">
            <a:extLst>
              <a:ext uri="{FF2B5EF4-FFF2-40B4-BE49-F238E27FC236}">
                <a16:creationId xmlns:a16="http://schemas.microsoft.com/office/drawing/2014/main" id="{414DC860-B5A7-D8C6-19B1-83E2190EFDAA}"/>
              </a:ext>
            </a:extLst>
          </p:cNvPr>
          <p:cNvPicPr>
            <a:picLocks noChangeAspect="1"/>
          </p:cNvPicPr>
          <p:nvPr/>
        </p:nvPicPr>
        <p:blipFill>
          <a:blip r:embed="rId6"/>
          <a:stretch>
            <a:fillRect/>
          </a:stretch>
        </p:blipFill>
        <p:spPr>
          <a:xfrm>
            <a:off x="668215" y="3529131"/>
            <a:ext cx="3879579" cy="2909684"/>
          </a:xfrm>
          <a:prstGeom prst="rect">
            <a:avLst/>
          </a:prstGeom>
        </p:spPr>
      </p:pic>
    </p:spTree>
    <p:extLst>
      <p:ext uri="{BB962C8B-B14F-4D97-AF65-F5344CB8AC3E}">
        <p14:creationId xmlns:p14="http://schemas.microsoft.com/office/powerpoint/2010/main" val="30302560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38CB9-0FEB-852A-F94D-00C714425A22}"/>
              </a:ext>
            </a:extLst>
          </p:cNvPr>
          <p:cNvSpPr>
            <a:spLocks noGrp="1"/>
          </p:cNvSpPr>
          <p:nvPr>
            <p:ph type="title"/>
          </p:nvPr>
        </p:nvSpPr>
        <p:spPr/>
        <p:txBody>
          <a:bodyPr/>
          <a:lstStyle/>
          <a:p>
            <a:r>
              <a:rPr lang="en-US" dirty="0"/>
              <a:t>Swirl related measurability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280D4E4-D0B0-7CDF-102D-48A321A95DC0}"/>
                  </a:ext>
                </a:extLst>
              </p:cNvPr>
              <p:cNvSpPr>
                <a:spLocks noGrp="1"/>
              </p:cNvSpPr>
              <p:nvPr>
                <p:ph idx="1"/>
              </p:nvPr>
            </p:nvSpPr>
            <p:spPr/>
            <p:txBody>
              <a:bodyPr/>
              <a:lstStyle/>
              <a:p>
                <a:r>
                  <a:rPr lang="en-US" dirty="0"/>
                  <a:t>The second step is to test if the swirl related proxy is measurable and worthy to carry forward.</a:t>
                </a:r>
              </a:p>
              <a:p>
                <a:r>
                  <a:rPr lang="en-US" dirty="0"/>
                  <a:t>Compare the magnitude ratio of |</a:t>
                </a:r>
                <a14:m>
                  <m:oMath xmlns:m="http://schemas.openxmlformats.org/officeDocument/2006/math">
                    <m:f>
                      <m:fPr>
                        <m:ctrlPr>
                          <a:rPr lang="en-US" i="1">
                            <a:latin typeface="Cambria Math" panose="02040503050406030204" pitchFamily="18" charset="0"/>
                          </a:rPr>
                        </m:ctrlPr>
                      </m:fPr>
                      <m:num>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𝐽</m:t>
                                </m:r>
                              </m:e>
                              <m:sub>
                                <m:r>
                                  <a:rPr lang="en-US" b="0" i="1" smtClean="0">
                                    <a:latin typeface="Cambria Math" panose="02040503050406030204" pitchFamily="18" charset="0"/>
                                  </a:rPr>
                                  <m:t>𝛾</m:t>
                                </m:r>
                              </m:sub>
                            </m:sSub>
                            <m:r>
                              <a:rPr lang="en-US" i="1">
                                <a:latin typeface="Cambria Math" panose="02040503050406030204" pitchFamily="18" charset="0"/>
                              </a:rPr>
                              <m:t>(</m:t>
                            </m:r>
                            <m:r>
                              <a:rPr lang="en-US" i="1">
                                <a:latin typeface="Cambria Math" panose="02040503050406030204" pitchFamily="18" charset="0"/>
                              </a:rPr>
                              <m:t>𝑓</m:t>
                            </m:r>
                            <m:r>
                              <a:rPr lang="en-US" i="1">
                                <a:latin typeface="Cambria Math" panose="02040503050406030204" pitchFamily="18" charset="0"/>
                              </a:rPr>
                              <m:t>)</m:t>
                            </m:r>
                          </m:e>
                        </m:acc>
                        <m:r>
                          <m:rPr>
                            <m:nor/>
                          </m:rPr>
                          <a:rPr lang="en-US" dirty="0"/>
                          <m:t> </m:t>
                        </m:r>
                      </m:num>
                      <m:den>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b="0" i="1" smtClean="0">
                                    <a:latin typeface="Cambria Math" panose="02040503050406030204" pitchFamily="18" charset="0"/>
                                  </a:rPr>
                                  <m:t>𝐽</m:t>
                                </m:r>
                              </m:e>
                              <m:sub>
                                <m:r>
                                  <a:rPr lang="en-US" i="1">
                                    <a:latin typeface="Cambria Math" panose="02040503050406030204" pitchFamily="18" charset="0"/>
                                  </a:rPr>
                                  <m:t>𝑧</m:t>
                                </m:r>
                              </m:sub>
                            </m:sSub>
                            <m:r>
                              <a:rPr lang="en-US" i="1">
                                <a:latin typeface="Cambria Math" panose="02040503050406030204" pitchFamily="18" charset="0"/>
                              </a:rPr>
                              <m:t>(</m:t>
                            </m:r>
                            <m:r>
                              <a:rPr lang="en-US" i="1">
                                <a:latin typeface="Cambria Math" panose="02040503050406030204" pitchFamily="18" charset="0"/>
                              </a:rPr>
                              <m:t>𝑓</m:t>
                            </m:r>
                            <m:r>
                              <a:rPr lang="en-US" i="1">
                                <a:latin typeface="Cambria Math" panose="02040503050406030204" pitchFamily="18" charset="0"/>
                              </a:rPr>
                              <m:t>)</m:t>
                            </m:r>
                          </m:e>
                        </m:acc>
                      </m:den>
                    </m:f>
                    <m:r>
                      <a:rPr lang="en-US" i="1">
                        <a:latin typeface="Cambria Math" panose="02040503050406030204" pitchFamily="18" charset="0"/>
                      </a:rPr>
                      <m:t>|</m:t>
                    </m:r>
                  </m:oMath>
                </a14:m>
                <a:endParaRPr lang="en-US" sz="2400" dirty="0">
                  <a:latin typeface="Helvetica Neue Light" panose="02000403000000020004" pitchFamily="2" charset="0"/>
                  <a:ea typeface="Helvetica Neue Light" panose="02000403000000020004" pitchFamily="2" charset="0"/>
                </a:endParaRPr>
              </a:p>
              <a:p>
                <a:endParaRPr lang="en-US" dirty="0"/>
              </a:p>
            </p:txBody>
          </p:sp>
        </mc:Choice>
        <mc:Fallback>
          <p:sp>
            <p:nvSpPr>
              <p:cNvPr id="3" name="Content Placeholder 2">
                <a:extLst>
                  <a:ext uri="{FF2B5EF4-FFF2-40B4-BE49-F238E27FC236}">
                    <a16:creationId xmlns:a16="http://schemas.microsoft.com/office/drawing/2014/main" id="{F280D4E4-D0B0-7CDF-102D-48A321A95DC0}"/>
                  </a:ext>
                </a:extLst>
              </p:cNvPr>
              <p:cNvSpPr>
                <a:spLocks noGrp="1" noRot="1" noChangeAspect="1" noMove="1" noResize="1" noEditPoints="1" noAdjustHandles="1" noChangeArrowheads="1" noChangeShapeType="1" noTextEdit="1"/>
              </p:cNvSpPr>
              <p:nvPr>
                <p:ph idx="1"/>
              </p:nvPr>
            </p:nvSpPr>
            <p:spPr>
              <a:blipFill>
                <a:blip r:embed="rId2"/>
                <a:stretch>
                  <a:fillRect l="-812" t="-196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9C3A42ED-67A9-493E-8653-A8B86A5E87CC}"/>
              </a:ext>
            </a:extLst>
          </p:cNvPr>
          <p:cNvSpPr>
            <a:spLocks noGrp="1"/>
          </p:cNvSpPr>
          <p:nvPr>
            <p:ph type="sldNum" sz="quarter" idx="12"/>
          </p:nvPr>
        </p:nvSpPr>
        <p:spPr/>
        <p:txBody>
          <a:bodyPr/>
          <a:lstStyle/>
          <a:p>
            <a:fld id="{CF8C5E45-378F-A145-ADB2-B77E6DDC8018}" type="slidenum">
              <a:rPr lang="en-US" smtClean="0"/>
              <a:t>10</a:t>
            </a:fld>
            <a:endParaRPr lang="en-US"/>
          </a:p>
        </p:txBody>
      </p:sp>
      <p:pic>
        <p:nvPicPr>
          <p:cNvPr id="6" name="Picture 5" descr="A graph with a line graph&#10;&#10;AI-generated content may be incorrect.">
            <a:extLst>
              <a:ext uri="{FF2B5EF4-FFF2-40B4-BE49-F238E27FC236}">
                <a16:creationId xmlns:a16="http://schemas.microsoft.com/office/drawing/2014/main" id="{D415DAA8-8054-EE82-7227-4AC18F96856A}"/>
              </a:ext>
            </a:extLst>
          </p:cNvPr>
          <p:cNvPicPr>
            <a:picLocks noChangeAspect="1"/>
          </p:cNvPicPr>
          <p:nvPr/>
        </p:nvPicPr>
        <p:blipFill>
          <a:blip r:embed="rId3"/>
          <a:stretch>
            <a:fillRect/>
          </a:stretch>
        </p:blipFill>
        <p:spPr>
          <a:xfrm>
            <a:off x="1354349" y="2356350"/>
            <a:ext cx="5128513" cy="3846385"/>
          </a:xfrm>
          <a:prstGeom prst="rect">
            <a:avLst/>
          </a:prstGeom>
        </p:spPr>
      </p:pic>
      <p:sp>
        <p:nvSpPr>
          <p:cNvPr id="7" name="TextBox 6">
            <a:extLst>
              <a:ext uri="{FF2B5EF4-FFF2-40B4-BE49-F238E27FC236}">
                <a16:creationId xmlns:a16="http://schemas.microsoft.com/office/drawing/2014/main" id="{780030B0-DC1E-2AD7-CF53-B31053867D51}"/>
              </a:ext>
            </a:extLst>
          </p:cNvPr>
          <p:cNvSpPr txBox="1"/>
          <p:nvPr/>
        </p:nvSpPr>
        <p:spPr>
          <a:xfrm>
            <a:off x="6482862" y="3429780"/>
            <a:ext cx="5017477" cy="1200329"/>
          </a:xfrm>
          <a:prstGeom prst="rect">
            <a:avLst/>
          </a:prstGeom>
          <a:noFill/>
        </p:spPr>
        <p:txBody>
          <a:bodyPr wrap="square" rtlCol="0">
            <a:spAutoFit/>
          </a:bodyPr>
          <a:lstStyle/>
          <a:p>
            <a:pPr algn="l"/>
            <a:r>
              <a:rPr lang="en-US" dirty="0">
                <a:latin typeface="Helvetica Neue Light" panose="02000403000000020004" pitchFamily="2" charset="0"/>
                <a:ea typeface="Helvetica Neue Light" panose="02000403000000020004" pitchFamily="2" charset="0"/>
              </a:rPr>
              <a:t>The magnitude ratio is about 1, which means the swirl related proxy is comparable to the axial related proxy at the same input surface.</a:t>
            </a:r>
          </a:p>
          <a:p>
            <a:pPr algn="l"/>
            <a:r>
              <a:rPr lang="en-US" dirty="0">
                <a:latin typeface="Helvetica Neue Light" panose="02000403000000020004" pitchFamily="2" charset="0"/>
                <a:ea typeface="Helvetica Neue Light" panose="02000403000000020004" pitchFamily="2" charset="0"/>
              </a:rPr>
              <a:t>The swirl related proxy </a:t>
            </a:r>
            <a:r>
              <a:rPr lang="en-US">
                <a:latin typeface="Helvetica Neue Light" panose="02000403000000020004" pitchFamily="2" charset="0"/>
                <a:ea typeface="Helvetica Neue Light" panose="02000403000000020004" pitchFamily="2" charset="0"/>
              </a:rPr>
              <a:t>is measurable. </a:t>
            </a:r>
            <a:endParaRPr lang="en-US"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1803553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9223C-9783-BA83-C6A7-2CBDD043F468}"/>
              </a:ext>
            </a:extLst>
          </p:cNvPr>
          <p:cNvSpPr>
            <a:spLocks noGrp="1"/>
          </p:cNvSpPr>
          <p:nvPr>
            <p:ph type="title"/>
          </p:nvPr>
        </p:nvSpPr>
        <p:spPr/>
        <p:txBody>
          <a:bodyPr/>
          <a:lstStyle/>
          <a:p>
            <a:r>
              <a:rPr lang="en-US" altLang="zh-CN" dirty="0"/>
              <a:t>Plan</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06AA8F2-3DD6-BE58-0190-6E8FC9E90FBC}"/>
                  </a:ext>
                </a:extLst>
              </p:cNvPr>
              <p:cNvSpPr>
                <a:spLocks noGrp="1"/>
              </p:cNvSpPr>
              <p:nvPr>
                <p:ph idx="1"/>
              </p:nvPr>
            </p:nvSpPr>
            <p:spPr/>
            <p:txBody>
              <a:bodyPr/>
              <a:lstStyle/>
              <a:p>
                <a:r>
                  <a:rPr lang="en-US" dirty="0"/>
                  <a:t>To reconstruct time delay distribution, the </a:t>
                </a:r>
                <a14:m>
                  <m:oMath xmlns:m="http://schemas.openxmlformats.org/officeDocument/2006/math">
                    <m:r>
                      <a:rPr lang="en-US" b="1" smtClean="0">
                        <a:latin typeface="Cambria Math" panose="02040503050406030204" pitchFamily="18" charset="0"/>
                      </a:rPr>
                      <m:t>𝐀</m:t>
                    </m:r>
                  </m:oMath>
                </a14:m>
                <a:r>
                  <a:rPr lang="en-US" dirty="0"/>
                  <a:t> </a:t>
                </a:r>
                <a:r>
                  <a:rPr lang="en-US" altLang="zh-CN" dirty="0"/>
                  <a:t>matrix</a:t>
                </a:r>
                <a:r>
                  <a:rPr lang="en-US" dirty="0"/>
                  <a:t> is necessary</a:t>
                </a:r>
              </a:p>
              <a:p>
                <a:pPr lvl="1"/>
                <a:r>
                  <a:rPr lang="en-US" dirty="0"/>
                  <a:t>Decrease the number of K</a:t>
                </a:r>
              </a:p>
              <a:p>
                <a:pPr lvl="2"/>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a:rPr lang="en-US" b="0" i="1" smtClean="0">
                            <a:latin typeface="Cambria Math" panose="02040503050406030204" pitchFamily="18" charset="0"/>
                          </a:rPr>
                          <m:t>𝑅</m:t>
                        </m:r>
                      </m:sub>
                    </m:sSub>
                  </m:oMath>
                </a14:m>
                <a:r>
                  <a:rPr lang="en-US" dirty="0"/>
                  <a:t> is time of a full delay </a:t>
                </a:r>
                <a:r>
                  <a:rPr lang="en-US"/>
                  <a:t>response that </a:t>
                </a:r>
                <a:r>
                  <a:rPr lang="en-US" dirty="0"/>
                  <a:t>the current setup may be too long </a:t>
                </a:r>
              </a:p>
              <a:p>
                <a:pPr lvl="2"/>
                <a:r>
                  <a:rPr lang="en-US" dirty="0"/>
                  <a:t>The current sampling is 5e-5s, which the Nyquist frequency is 10000Hz</a:t>
                </a:r>
              </a:p>
              <a:p>
                <a:pPr lvl="2"/>
                <a:r>
                  <a:rPr lang="en-US" dirty="0"/>
                  <a:t>However, the interest frequency range is [100,400] Hz</a:t>
                </a:r>
              </a:p>
              <a:p>
                <a:pPr lvl="2"/>
                <a:endParaRPr lang="en-US" dirty="0"/>
              </a:p>
              <a:p>
                <a:pPr lvl="1"/>
                <a:r>
                  <a:rPr lang="en-US" dirty="0"/>
                  <a:t>Increase the observation number</a:t>
                </a:r>
              </a:p>
              <a:p>
                <a:pPr lvl="2"/>
                <a:r>
                  <a:rPr lang="en-US" dirty="0"/>
                  <a:t>Need more simulation </a:t>
                </a:r>
              </a:p>
              <a:p>
                <a:pPr lvl="1"/>
                <a:r>
                  <a:rPr lang="en-US" dirty="0"/>
                  <a:t>The detailed plan is to apply the SVD on the </a:t>
                </a:r>
                <a14:m>
                  <m:oMath xmlns:m="http://schemas.openxmlformats.org/officeDocument/2006/math">
                    <m:r>
                      <a:rPr lang="en-US" b="1" smtClean="0">
                        <a:latin typeface="Cambria Math" panose="02040503050406030204" pitchFamily="18" charset="0"/>
                      </a:rPr>
                      <m:t>𝐀</m:t>
                    </m:r>
                  </m:oMath>
                </a14:m>
                <a:r>
                  <a:rPr lang="en-US" dirty="0"/>
                  <a:t> </a:t>
                </a:r>
                <a:r>
                  <a:rPr lang="en-US" altLang="zh-CN" dirty="0"/>
                  <a:t>matrix</a:t>
                </a:r>
                <a:r>
                  <a:rPr lang="en-US" dirty="0"/>
                  <a:t> to find a resolve dimension of </a:t>
                </a:r>
                <a14:m>
                  <m:oMath xmlns:m="http://schemas.openxmlformats.org/officeDocument/2006/math">
                    <m:r>
                      <a:rPr lang="en-US" b="1">
                        <a:latin typeface="Cambria Math" panose="02040503050406030204" pitchFamily="18" charset="0"/>
                      </a:rPr>
                      <m:t>𝐡</m:t>
                    </m:r>
                  </m:oMath>
                </a14:m>
                <a:r>
                  <a:rPr lang="en-US" dirty="0"/>
                  <a:t>.</a:t>
                </a:r>
              </a:p>
              <a:p>
                <a:pPr marL="457200" lvl="1" indent="0">
                  <a:buNone/>
                </a:pPr>
                <a:endParaRPr lang="en-US" dirty="0"/>
              </a:p>
            </p:txBody>
          </p:sp>
        </mc:Choice>
        <mc:Fallback xmlns="">
          <p:sp>
            <p:nvSpPr>
              <p:cNvPr id="3" name="Content Placeholder 2">
                <a:extLst>
                  <a:ext uri="{FF2B5EF4-FFF2-40B4-BE49-F238E27FC236}">
                    <a16:creationId xmlns:a16="http://schemas.microsoft.com/office/drawing/2014/main" id="{406AA8F2-3DD6-BE58-0190-6E8FC9E90FBC}"/>
                  </a:ext>
                </a:extLst>
              </p:cNvPr>
              <p:cNvSpPr>
                <a:spLocks noGrp="1" noRot="1" noChangeAspect="1" noMove="1" noResize="1" noEditPoints="1" noAdjustHandles="1" noChangeArrowheads="1" noChangeShapeType="1" noTextEdit="1"/>
              </p:cNvSpPr>
              <p:nvPr>
                <p:ph idx="1"/>
              </p:nvPr>
            </p:nvSpPr>
            <p:spPr>
              <a:blipFill>
                <a:blip r:embed="rId2"/>
                <a:stretch>
                  <a:fillRect l="-812" t="-1961" r="-23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DE9D6A5-1719-ED40-D9B6-58ED32E24227}"/>
              </a:ext>
            </a:extLst>
          </p:cNvPr>
          <p:cNvSpPr>
            <a:spLocks noGrp="1"/>
          </p:cNvSpPr>
          <p:nvPr>
            <p:ph type="sldNum" sz="quarter" idx="12"/>
          </p:nvPr>
        </p:nvSpPr>
        <p:spPr/>
        <p:txBody>
          <a:bodyPr/>
          <a:lstStyle/>
          <a:p>
            <a:fld id="{CF8C5E45-378F-A145-ADB2-B77E6DDC8018}" type="slidenum">
              <a:rPr lang="en-US" smtClean="0"/>
              <a:t>11</a:t>
            </a:fld>
            <a:endParaRPr lang="en-US"/>
          </a:p>
        </p:txBody>
      </p:sp>
    </p:spTree>
    <p:extLst>
      <p:ext uri="{BB962C8B-B14F-4D97-AF65-F5344CB8AC3E}">
        <p14:creationId xmlns:p14="http://schemas.microsoft.com/office/powerpoint/2010/main" val="31718810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4B52C-CBD1-468A-49C0-DDDCA09AA634}"/>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CE619465-176E-0759-43F2-FC728C9F9F06}"/>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182BCB0A-8F32-4B94-36FF-7A984F412CD9}"/>
              </a:ext>
            </a:extLst>
          </p:cNvPr>
          <p:cNvSpPr>
            <a:spLocks noGrp="1"/>
          </p:cNvSpPr>
          <p:nvPr>
            <p:ph type="sldNum" sz="quarter" idx="12"/>
          </p:nvPr>
        </p:nvSpPr>
        <p:spPr/>
        <p:txBody>
          <a:bodyPr/>
          <a:lstStyle/>
          <a:p>
            <a:fld id="{CF8C5E45-378F-A145-ADB2-B77E6DDC8018}" type="slidenum">
              <a:rPr lang="en-US" smtClean="0"/>
              <a:t>12</a:t>
            </a:fld>
            <a:endParaRPr lang="en-US"/>
          </a:p>
        </p:txBody>
      </p:sp>
    </p:spTree>
    <p:extLst>
      <p:ext uri="{BB962C8B-B14F-4D97-AF65-F5344CB8AC3E}">
        <p14:creationId xmlns:p14="http://schemas.microsoft.com/office/powerpoint/2010/main" val="1345421074"/>
      </p:ext>
    </p:extLst>
  </p:cSld>
  <p:clrMapOvr>
    <a:masterClrMapping/>
  </p:clrMapOvr>
</p:sld>
</file>

<file path=ppt/theme/theme1.xml><?xml version="1.0" encoding="utf-8"?>
<a:theme xmlns:a="http://schemas.openxmlformats.org/drawingml/2006/main" name="B-PINN Presentation_skeleton">
  <a:themeElements>
    <a:clrScheme name="Custom 1">
      <a:dk1>
        <a:srgbClr val="000000"/>
      </a:dk1>
      <a:lt1>
        <a:srgbClr val="FFFFFF"/>
      </a:lt1>
      <a:dk2>
        <a:srgbClr val="002334"/>
      </a:dk2>
      <a:lt2>
        <a:srgbClr val="EFF0EF"/>
      </a:lt2>
      <a:accent1>
        <a:srgbClr val="19348D"/>
      </a:accent1>
      <a:accent2>
        <a:srgbClr val="683F9D"/>
      </a:accent2>
      <a:accent3>
        <a:srgbClr val="9E538C"/>
      </a:accent3>
      <a:accent4>
        <a:srgbClr val="D96072"/>
      </a:accent4>
      <a:accent5>
        <a:srgbClr val="FF7E37"/>
      </a:accent5>
      <a:accent6>
        <a:srgbClr val="FFB900"/>
      </a:accent6>
      <a:hlink>
        <a:srgbClr val="E3FA2D"/>
      </a:hlink>
      <a:folHlink>
        <a:srgbClr val="19348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l">
          <a:defRPr dirty="0" smtClean="0">
            <a:latin typeface="Helvetica Neue Light" panose="02000403000000020004" pitchFamily="2" charset="0"/>
            <a:ea typeface="Helvetica Neue Light" panose="02000403000000020004" pitchFamily="2"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323824</TotalTime>
  <Words>830</Words>
  <Application>Microsoft Office PowerPoint</Application>
  <PresentationFormat>Widescreen</PresentationFormat>
  <Paragraphs>99</Paragraphs>
  <Slides>12</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Helvetica Neue</vt:lpstr>
      <vt:lpstr>Helvetica Neue Light</vt:lpstr>
      <vt:lpstr>Arial</vt:lpstr>
      <vt:lpstr>Calibri</vt:lpstr>
      <vt:lpstr>Cambria Math</vt:lpstr>
      <vt:lpstr>B-PINN Presentation_skeleton</vt:lpstr>
      <vt:lpstr>Weekly update 04/17/26</vt:lpstr>
      <vt:lpstr>Observation</vt:lpstr>
      <vt:lpstr>Current Findings </vt:lpstr>
      <vt:lpstr>Updated Hypothesis</vt:lpstr>
      <vt:lpstr>Two Pathways Assumption </vt:lpstr>
      <vt:lpstr>Current Progress</vt:lpstr>
      <vt:lpstr>Current Data and Proxy</vt:lpstr>
      <vt:lpstr>The Consistency of Axial-induced Pathway</vt:lpstr>
      <vt:lpstr>The Consistency of Axial-induced Pathway</vt:lpstr>
      <vt:lpstr>Swirl related measurability</vt:lpstr>
      <vt:lpstr>Plan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Flow Field Tomography with UQ using a B-PINN</dc:title>
  <dc:creator>Grauer, Samuel</dc:creator>
  <cp:lastModifiedBy>Tang, Ruixuan</cp:lastModifiedBy>
  <cp:revision>2641</cp:revision>
  <cp:lastPrinted>2023-06-02T05:25:02Z</cp:lastPrinted>
  <dcterms:created xsi:type="dcterms:W3CDTF">2021-08-20T02:00:01Z</dcterms:created>
  <dcterms:modified xsi:type="dcterms:W3CDTF">2026-04-17T21:33:46Z</dcterms:modified>
</cp:coreProperties>
</file>